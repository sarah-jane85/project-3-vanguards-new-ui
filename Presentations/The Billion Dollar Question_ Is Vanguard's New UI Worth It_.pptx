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9" r:id="rId4"/>
    <p:sldMasterId id="214748374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Lexend SemiBold"/>
      <p:regular r:id="rId25"/>
      <p:bold r:id="rId26"/>
    </p:embeddedFont>
    <p:embeddedFont>
      <p:font typeface="Inter Tight Medium"/>
      <p:regular r:id="rId27"/>
      <p:bold r:id="rId28"/>
      <p:italic r:id="rId29"/>
      <p:boldItalic r:id="rId30"/>
    </p:embeddedFont>
    <p:embeddedFont>
      <p:font typeface="Lexend Light"/>
      <p:regular r:id="rId31"/>
      <p:bold r:id="rId32"/>
    </p:embeddedFont>
    <p:embeddedFont>
      <p:font typeface="Inter Tight"/>
      <p:regular r:id="rId33"/>
      <p:bold r:id="rId34"/>
      <p:italic r:id="rId35"/>
      <p:boldItalic r:id="rId36"/>
    </p:embeddedFont>
    <p:embeddedFont>
      <p:font typeface="Lexend"/>
      <p:regular r:id="rId37"/>
      <p:bold r:id="rId38"/>
    </p:embeddedFont>
    <p:embeddedFont>
      <p:font typeface="Lexend ExtraLight"/>
      <p:regular r:id="rId39"/>
      <p:bold r:id="rId40"/>
    </p:embeddedFont>
    <p:embeddedFont>
      <p:font typeface="Inter Tight SemiBold"/>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exendExtraLight-bold.fntdata"/><Relationship Id="rId42" Type="http://schemas.openxmlformats.org/officeDocument/2006/relationships/font" Target="fonts/InterTightSemiBold-bold.fntdata"/><Relationship Id="rId41" Type="http://schemas.openxmlformats.org/officeDocument/2006/relationships/font" Target="fonts/InterTightSemiBold-regular.fntdata"/><Relationship Id="rId44" Type="http://schemas.openxmlformats.org/officeDocument/2006/relationships/font" Target="fonts/InterTightSemiBold-boldItalic.fntdata"/><Relationship Id="rId43" Type="http://schemas.openxmlformats.org/officeDocument/2006/relationships/font" Target="fonts/InterTight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exendLight-regular.fntdata"/><Relationship Id="rId30" Type="http://schemas.openxmlformats.org/officeDocument/2006/relationships/font" Target="fonts/InterTightMedium-boldItalic.fntdata"/><Relationship Id="rId33" Type="http://schemas.openxmlformats.org/officeDocument/2006/relationships/font" Target="fonts/InterTight-regular.fntdata"/><Relationship Id="rId32" Type="http://schemas.openxmlformats.org/officeDocument/2006/relationships/font" Target="fonts/LexendLight-bold.fntdata"/><Relationship Id="rId35" Type="http://schemas.openxmlformats.org/officeDocument/2006/relationships/font" Target="fonts/InterTight-italic.fntdata"/><Relationship Id="rId34" Type="http://schemas.openxmlformats.org/officeDocument/2006/relationships/font" Target="fonts/InterTight-bold.fntdata"/><Relationship Id="rId37" Type="http://schemas.openxmlformats.org/officeDocument/2006/relationships/font" Target="fonts/Lexend-regular.fntdata"/><Relationship Id="rId36" Type="http://schemas.openxmlformats.org/officeDocument/2006/relationships/font" Target="fonts/InterTight-boldItalic.fntdata"/><Relationship Id="rId39" Type="http://schemas.openxmlformats.org/officeDocument/2006/relationships/font" Target="fonts/LexendExtraLight-regular.fntdata"/><Relationship Id="rId38" Type="http://schemas.openxmlformats.org/officeDocument/2006/relationships/font" Target="fonts/Lexend-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LexendSemiBold-bold.fntdata"/><Relationship Id="rId25" Type="http://schemas.openxmlformats.org/officeDocument/2006/relationships/font" Target="fonts/LexendSemiBold-regular.fntdata"/><Relationship Id="rId28" Type="http://schemas.openxmlformats.org/officeDocument/2006/relationships/font" Target="fonts/InterTightMedium-bold.fntdata"/><Relationship Id="rId27" Type="http://schemas.openxmlformats.org/officeDocument/2006/relationships/font" Target="fonts/InterTightMedium-regular.fntdata"/><Relationship Id="rId29" Type="http://schemas.openxmlformats.org/officeDocument/2006/relationships/font" Target="fonts/InterTightMedium-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d15ee1e420_0_1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d15ee1e420_0_1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d15ee1e420_0_1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d15ee1e420_0_1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d15ee1e420_0_2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d15ee1e420_0_2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9683b68ecd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9683b68ecd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d15ee1e420_0_1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d15ee1e420_0_1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15ee1e420_0_1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d15ee1e420_0_1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1d3cf21c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d1d3cf21c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d15ee1e420_0_1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d15ee1e420_0_1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d19c371cc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3d19c371cc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d15ee1e420_0_1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3d15ee1e420_0_1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9683b68ec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9683b68ec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9683b68ecd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9683b68ecd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9683b68ecd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39683b68ecd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9683b68ecd_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39683b68ecd_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9683b68ecd_5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39683b68ecd_5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9683b68ecd_6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9683b68ecd_6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d15ee1e420_0_1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3d15ee1e420_0_1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d15ee1e420_0_1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d15ee1e420_0_1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grpSp>
        <p:nvGrpSpPr>
          <p:cNvPr id="10" name="Google Shape;10;p2"/>
          <p:cNvGrpSpPr/>
          <p:nvPr/>
        </p:nvGrpSpPr>
        <p:grpSpPr>
          <a:xfrm rot="299808">
            <a:off x="124383" y="-559521"/>
            <a:ext cx="8900029" cy="6258229"/>
            <a:chOff x="124223" y="-559280"/>
            <a:chExt cx="8900025" cy="6258226"/>
          </a:xfrm>
        </p:grpSpPr>
        <p:grpSp>
          <p:nvGrpSpPr>
            <p:cNvPr id="11" name="Google Shape;11;p2"/>
            <p:cNvGrpSpPr/>
            <p:nvPr/>
          </p:nvGrpSpPr>
          <p:grpSpPr>
            <a:xfrm>
              <a:off x="124223" y="-78561"/>
              <a:ext cx="8900025" cy="5296800"/>
              <a:chOff x="124223" y="-78561"/>
              <a:chExt cx="8900025" cy="5296800"/>
            </a:xfrm>
          </p:grpSpPr>
          <p:sp>
            <p:nvSpPr>
              <p:cNvPr id="12" name="Google Shape;12;p2"/>
              <p:cNvSpPr/>
              <p:nvPr/>
            </p:nvSpPr>
            <p:spPr>
              <a:xfrm rot="-1623">
                <a:off x="7117071" y="2014308"/>
                <a:ext cx="1906200" cy="187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3" name="Google Shape;13;p2"/>
              <p:cNvSpPr/>
              <p:nvPr/>
            </p:nvSpPr>
            <p:spPr>
              <a:xfrm flipH="1" rot="-1487">
                <a:off x="124823" y="-77211"/>
                <a:ext cx="6242101" cy="5294100"/>
              </a:xfrm>
              <a:prstGeom prst="snip1Rect">
                <a:avLst>
                  <a:gd fmla="val 42486"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14" name="Google Shape;14;p2"/>
              <p:cNvSpPr/>
              <p:nvPr/>
            </p:nvSpPr>
            <p:spPr>
              <a:xfrm flipH="1" rot="10798513">
                <a:off x="2781248" y="-76291"/>
                <a:ext cx="6242401" cy="5289900"/>
              </a:xfrm>
              <a:prstGeom prst="snip1Rect">
                <a:avLst>
                  <a:gd fmla="val 42496"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15" name="Google Shape;15;p2"/>
              <p:cNvSpPr/>
              <p:nvPr/>
            </p:nvSpPr>
            <p:spPr>
              <a:xfrm rot="-1623">
                <a:off x="125118" y="1250275"/>
                <a:ext cx="1906200" cy="187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sp>
          <p:nvSpPr>
            <p:cNvPr id="16" name="Google Shape;16;p2"/>
            <p:cNvSpPr/>
            <p:nvPr/>
          </p:nvSpPr>
          <p:spPr>
            <a:xfrm rot="-4516116">
              <a:off x="314265" y="-331820"/>
              <a:ext cx="1871106" cy="18379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sp>
          <p:nvSpPr>
            <p:cNvPr id="17" name="Google Shape;17;p2"/>
            <p:cNvSpPr/>
            <p:nvPr/>
          </p:nvSpPr>
          <p:spPr>
            <a:xfrm rot="6283884">
              <a:off x="6963097" y="3633506"/>
              <a:ext cx="1871106" cy="18379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grpSp>
      <p:sp>
        <p:nvSpPr>
          <p:cNvPr id="18" name="Google Shape;18;p2"/>
          <p:cNvSpPr txBox="1"/>
          <p:nvPr>
            <p:ph type="ctrTitle"/>
          </p:nvPr>
        </p:nvSpPr>
        <p:spPr>
          <a:xfrm>
            <a:off x="1826325" y="1559575"/>
            <a:ext cx="5494800" cy="1569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SzPts val="5000"/>
              <a:buNone/>
              <a:defRPr sz="5000"/>
            </a:lvl1pPr>
            <a:lvl2pPr lvl="1">
              <a:lnSpc>
                <a:spcPct val="90000"/>
              </a:lnSpc>
              <a:spcBef>
                <a:spcPts val="0"/>
              </a:spcBef>
              <a:spcAft>
                <a:spcPts val="0"/>
              </a:spcAft>
              <a:buSzPts val="5000"/>
              <a:buNone/>
              <a:defRPr sz="5000"/>
            </a:lvl2pPr>
            <a:lvl3pPr lvl="2">
              <a:lnSpc>
                <a:spcPct val="90000"/>
              </a:lnSpc>
              <a:spcBef>
                <a:spcPts val="0"/>
              </a:spcBef>
              <a:spcAft>
                <a:spcPts val="0"/>
              </a:spcAft>
              <a:buSzPts val="5000"/>
              <a:buNone/>
              <a:defRPr sz="5000"/>
            </a:lvl3pPr>
            <a:lvl4pPr lvl="3">
              <a:lnSpc>
                <a:spcPct val="90000"/>
              </a:lnSpc>
              <a:spcBef>
                <a:spcPts val="0"/>
              </a:spcBef>
              <a:spcAft>
                <a:spcPts val="0"/>
              </a:spcAft>
              <a:buSzPts val="5000"/>
              <a:buNone/>
              <a:defRPr sz="5000"/>
            </a:lvl4pPr>
            <a:lvl5pPr lvl="4">
              <a:lnSpc>
                <a:spcPct val="90000"/>
              </a:lnSpc>
              <a:spcBef>
                <a:spcPts val="0"/>
              </a:spcBef>
              <a:spcAft>
                <a:spcPts val="0"/>
              </a:spcAft>
              <a:buSzPts val="5000"/>
              <a:buNone/>
              <a:defRPr sz="5000"/>
            </a:lvl5pPr>
            <a:lvl6pPr lvl="5">
              <a:lnSpc>
                <a:spcPct val="90000"/>
              </a:lnSpc>
              <a:spcBef>
                <a:spcPts val="0"/>
              </a:spcBef>
              <a:spcAft>
                <a:spcPts val="0"/>
              </a:spcAft>
              <a:buSzPts val="5000"/>
              <a:buNone/>
              <a:defRPr sz="5000"/>
            </a:lvl6pPr>
            <a:lvl7pPr lvl="6">
              <a:lnSpc>
                <a:spcPct val="90000"/>
              </a:lnSpc>
              <a:spcBef>
                <a:spcPts val="0"/>
              </a:spcBef>
              <a:spcAft>
                <a:spcPts val="0"/>
              </a:spcAft>
              <a:buSzPts val="5000"/>
              <a:buNone/>
              <a:defRPr sz="5000"/>
            </a:lvl7pPr>
            <a:lvl8pPr lvl="7">
              <a:lnSpc>
                <a:spcPct val="90000"/>
              </a:lnSpc>
              <a:spcBef>
                <a:spcPts val="0"/>
              </a:spcBef>
              <a:spcAft>
                <a:spcPts val="0"/>
              </a:spcAft>
              <a:buSzPts val="5000"/>
              <a:buNone/>
              <a:defRPr sz="5000"/>
            </a:lvl8pPr>
            <a:lvl9pPr lvl="8">
              <a:lnSpc>
                <a:spcPct val="90000"/>
              </a:lnSpc>
              <a:spcBef>
                <a:spcPts val="0"/>
              </a:spcBef>
              <a:spcAft>
                <a:spcPts val="0"/>
              </a:spcAft>
              <a:buSzPts val="5000"/>
              <a:buNone/>
              <a:defRPr sz="5000"/>
            </a:lvl9pPr>
          </a:lstStyle>
          <a:p/>
        </p:txBody>
      </p:sp>
      <p:sp>
        <p:nvSpPr>
          <p:cNvPr id="19" name="Google Shape;19;p2"/>
          <p:cNvSpPr txBox="1"/>
          <p:nvPr>
            <p:ph idx="1" type="subTitle"/>
          </p:nvPr>
        </p:nvSpPr>
        <p:spPr>
          <a:xfrm>
            <a:off x="1826325" y="3252475"/>
            <a:ext cx="5494800" cy="792600"/>
          </a:xfrm>
          <a:prstGeom prst="rect">
            <a:avLst/>
          </a:prstGeom>
        </p:spPr>
        <p:txBody>
          <a:bodyPr anchorCtr="0" anchor="t" bIns="91425" lIns="91425" spcFirstLastPara="1" rIns="91425" wrap="square" tIns="91425">
            <a:spAutoFit/>
          </a:bodyPr>
          <a:lstStyle>
            <a:lvl1pPr lvl="0">
              <a:spcBef>
                <a:spcPts val="0"/>
              </a:spcBef>
              <a:spcAft>
                <a:spcPts val="0"/>
              </a:spcAft>
              <a:buSzPts val="2500"/>
              <a:buFont typeface="Inter Tight Medium"/>
              <a:buNone/>
              <a:defRPr sz="2500">
                <a:latin typeface="Inter Tight Medium"/>
                <a:ea typeface="Inter Tight Medium"/>
                <a:cs typeface="Inter Tight Medium"/>
                <a:sym typeface="Inter Tight Medium"/>
              </a:defRPr>
            </a:lvl1pPr>
            <a:lvl2pPr lvl="1">
              <a:spcBef>
                <a:spcPts val="0"/>
              </a:spcBef>
              <a:spcAft>
                <a:spcPts val="0"/>
              </a:spcAft>
              <a:buSzPts val="2500"/>
              <a:buFont typeface="Inter Tight Medium"/>
              <a:buNone/>
              <a:defRPr sz="2500">
                <a:latin typeface="Inter Tight Medium"/>
                <a:ea typeface="Inter Tight Medium"/>
                <a:cs typeface="Inter Tight Medium"/>
                <a:sym typeface="Inter Tight Medium"/>
              </a:defRPr>
            </a:lvl2pPr>
            <a:lvl3pPr lvl="2">
              <a:spcBef>
                <a:spcPts val="0"/>
              </a:spcBef>
              <a:spcAft>
                <a:spcPts val="0"/>
              </a:spcAft>
              <a:buSzPts val="2500"/>
              <a:buFont typeface="Inter Tight Medium"/>
              <a:buNone/>
              <a:defRPr sz="2500">
                <a:latin typeface="Inter Tight Medium"/>
                <a:ea typeface="Inter Tight Medium"/>
                <a:cs typeface="Inter Tight Medium"/>
                <a:sym typeface="Inter Tight Medium"/>
              </a:defRPr>
            </a:lvl3pPr>
            <a:lvl4pPr lvl="3">
              <a:spcBef>
                <a:spcPts val="0"/>
              </a:spcBef>
              <a:spcAft>
                <a:spcPts val="0"/>
              </a:spcAft>
              <a:buSzPts val="2500"/>
              <a:buFont typeface="Inter Tight Medium"/>
              <a:buNone/>
              <a:defRPr sz="2500">
                <a:latin typeface="Inter Tight Medium"/>
                <a:ea typeface="Inter Tight Medium"/>
                <a:cs typeface="Inter Tight Medium"/>
                <a:sym typeface="Inter Tight Medium"/>
              </a:defRPr>
            </a:lvl4pPr>
            <a:lvl5pPr lvl="4">
              <a:spcBef>
                <a:spcPts val="0"/>
              </a:spcBef>
              <a:spcAft>
                <a:spcPts val="0"/>
              </a:spcAft>
              <a:buSzPts val="2500"/>
              <a:buFont typeface="Inter Tight Medium"/>
              <a:buNone/>
              <a:defRPr sz="2500">
                <a:latin typeface="Inter Tight Medium"/>
                <a:ea typeface="Inter Tight Medium"/>
                <a:cs typeface="Inter Tight Medium"/>
                <a:sym typeface="Inter Tight Medium"/>
              </a:defRPr>
            </a:lvl5pPr>
            <a:lvl6pPr lvl="5">
              <a:spcBef>
                <a:spcPts val="0"/>
              </a:spcBef>
              <a:spcAft>
                <a:spcPts val="0"/>
              </a:spcAft>
              <a:buSzPts val="2500"/>
              <a:buFont typeface="Inter Tight Medium"/>
              <a:buNone/>
              <a:defRPr sz="2500">
                <a:latin typeface="Inter Tight Medium"/>
                <a:ea typeface="Inter Tight Medium"/>
                <a:cs typeface="Inter Tight Medium"/>
                <a:sym typeface="Inter Tight Medium"/>
              </a:defRPr>
            </a:lvl6pPr>
            <a:lvl7pPr lvl="6">
              <a:spcBef>
                <a:spcPts val="0"/>
              </a:spcBef>
              <a:spcAft>
                <a:spcPts val="0"/>
              </a:spcAft>
              <a:buSzPts val="2500"/>
              <a:buFont typeface="Inter Tight Medium"/>
              <a:buNone/>
              <a:defRPr sz="2500">
                <a:latin typeface="Inter Tight Medium"/>
                <a:ea typeface="Inter Tight Medium"/>
                <a:cs typeface="Inter Tight Medium"/>
                <a:sym typeface="Inter Tight Medium"/>
              </a:defRPr>
            </a:lvl7pPr>
            <a:lvl8pPr lvl="7">
              <a:spcBef>
                <a:spcPts val="0"/>
              </a:spcBef>
              <a:spcAft>
                <a:spcPts val="0"/>
              </a:spcAft>
              <a:buSzPts val="2500"/>
              <a:buFont typeface="Inter Tight Medium"/>
              <a:buNone/>
              <a:defRPr sz="2500">
                <a:latin typeface="Inter Tight Medium"/>
                <a:ea typeface="Inter Tight Medium"/>
                <a:cs typeface="Inter Tight Medium"/>
                <a:sym typeface="Inter Tight Medium"/>
              </a:defRPr>
            </a:lvl8pPr>
            <a:lvl9pPr lvl="8">
              <a:spcBef>
                <a:spcPts val="0"/>
              </a:spcBef>
              <a:spcAft>
                <a:spcPts val="0"/>
              </a:spcAft>
              <a:buSzPts val="2500"/>
              <a:buFont typeface="Inter Tight Medium"/>
              <a:buNone/>
              <a:defRPr sz="2500">
                <a:latin typeface="Inter Tight Medium"/>
                <a:ea typeface="Inter Tight Medium"/>
                <a:cs typeface="Inter Tight Medium"/>
                <a:sym typeface="Inter Tight Medium"/>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20" name="Shape 20"/>
        <p:cNvGrpSpPr/>
        <p:nvPr/>
      </p:nvGrpSpPr>
      <p:grpSpPr>
        <a:xfrm>
          <a:off x="0" y="0"/>
          <a:ext cx="0" cy="0"/>
          <a:chOff x="0" y="0"/>
          <a:chExt cx="0" cy="0"/>
        </a:xfrm>
      </p:grpSpPr>
      <p:sp>
        <p:nvSpPr>
          <p:cNvPr id="21" name="Google Shape;21;p3"/>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 name="Google Shape;22;p3"/>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23" name="Shape 23"/>
        <p:cNvGrpSpPr/>
        <p:nvPr/>
      </p:nvGrpSpPr>
      <p:grpSpPr>
        <a:xfrm>
          <a:off x="0" y="0"/>
          <a:ext cx="0" cy="0"/>
          <a:chOff x="0" y="0"/>
          <a:chExt cx="0" cy="0"/>
        </a:xfrm>
      </p:grpSpPr>
      <p:sp>
        <p:nvSpPr>
          <p:cNvPr id="24" name="Google Shape;24;p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4"/>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7" name="Shape 27"/>
        <p:cNvGrpSpPr/>
        <p:nvPr/>
      </p:nvGrpSpPr>
      <p:grpSpPr>
        <a:xfrm>
          <a:off x="0" y="0"/>
          <a:ext cx="0" cy="0"/>
          <a:chOff x="0" y="0"/>
          <a:chExt cx="0" cy="0"/>
        </a:xfrm>
      </p:grpSpPr>
      <p:sp>
        <p:nvSpPr>
          <p:cNvPr id="28" name="Google Shape;28;p5"/>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32" name="Shape 32"/>
        <p:cNvGrpSpPr/>
        <p:nvPr/>
      </p:nvGrpSpPr>
      <p:grpSpPr>
        <a:xfrm>
          <a:off x="0" y="0"/>
          <a:ext cx="0" cy="0"/>
          <a:chOff x="0" y="0"/>
          <a:chExt cx="0" cy="0"/>
        </a:xfrm>
      </p:grpSpPr>
      <p:sp>
        <p:nvSpPr>
          <p:cNvPr id="33" name="Google Shape;33;p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3">
    <p:spTree>
      <p:nvGrpSpPr>
        <p:cNvPr id="35" name="Shape 35"/>
        <p:cNvGrpSpPr/>
        <p:nvPr/>
      </p:nvGrpSpPr>
      <p:grpSpPr>
        <a:xfrm>
          <a:off x="0" y="0"/>
          <a:ext cx="0" cy="0"/>
          <a:chOff x="0" y="0"/>
          <a:chExt cx="0" cy="0"/>
        </a:xfrm>
      </p:grpSpPr>
      <p:sp>
        <p:nvSpPr>
          <p:cNvPr id="36" name="Google Shape;36;p7"/>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_1">
    <p:spTree>
      <p:nvGrpSpPr>
        <p:cNvPr id="39" name="Shape 39"/>
        <p:cNvGrpSpPr/>
        <p:nvPr/>
      </p:nvGrpSpPr>
      <p:grpSpPr>
        <a:xfrm>
          <a:off x="0" y="0"/>
          <a:ext cx="0" cy="0"/>
          <a:chOff x="0" y="0"/>
          <a:chExt cx="0" cy="0"/>
        </a:xfrm>
      </p:grpSpPr>
      <p:sp>
        <p:nvSpPr>
          <p:cNvPr id="40" name="Google Shape;40;p8"/>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42" name="Shape 42"/>
        <p:cNvGrpSpPr/>
        <p:nvPr/>
      </p:nvGrpSpPr>
      <p:grpSpPr>
        <a:xfrm>
          <a:off x="0" y="0"/>
          <a:ext cx="0" cy="0"/>
          <a:chOff x="0" y="0"/>
          <a:chExt cx="0" cy="0"/>
        </a:xfrm>
      </p:grpSpPr>
      <p:sp>
        <p:nvSpPr>
          <p:cNvPr id="43" name="Google Shape;43;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9"/>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5" name="Google Shape;45;p9"/>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6" name="Google Shape;46;p9"/>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_1">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spcBef>
                <a:spcPts val="0"/>
              </a:spcBef>
              <a:spcAft>
                <a:spcPts val="0"/>
              </a:spcAft>
              <a:buSzPts val="1700"/>
              <a:buNone/>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51" name="Shape 51"/>
        <p:cNvGrpSpPr/>
        <p:nvPr/>
      </p:nvGrpSpPr>
      <p:grpSpPr>
        <a:xfrm>
          <a:off x="0" y="0"/>
          <a:ext cx="0" cy="0"/>
          <a:chOff x="0" y="0"/>
          <a:chExt cx="0" cy="0"/>
        </a:xfrm>
      </p:grpSpPr>
      <p:sp>
        <p:nvSpPr>
          <p:cNvPr id="52" name="Google Shape;5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3" name="Google Shape;53;p11"/>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36550" lvl="0" marL="457200" algn="ctr">
              <a:spcBef>
                <a:spcPts val="0"/>
              </a:spcBef>
              <a:spcAft>
                <a:spcPts val="0"/>
              </a:spcAft>
              <a:buSzPts val="17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54" name="Google Shape;54;p11"/>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55" name="Shape 55"/>
        <p:cNvGrpSpPr/>
        <p:nvPr/>
      </p:nvGrpSpPr>
      <p:grpSpPr>
        <a:xfrm>
          <a:off x="0" y="0"/>
          <a:ext cx="0" cy="0"/>
          <a:chOff x="0" y="0"/>
          <a:chExt cx="0" cy="0"/>
        </a:xfrm>
      </p:grpSpPr>
      <p:sp>
        <p:nvSpPr>
          <p:cNvPr id="56" name="Google Shape;56;p12"/>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7" name="Shape 57"/>
        <p:cNvGrpSpPr/>
        <p:nvPr/>
      </p:nvGrpSpPr>
      <p:grpSpPr>
        <a:xfrm>
          <a:off x="0" y="0"/>
          <a:ext cx="0" cy="0"/>
          <a:chOff x="0" y="0"/>
          <a:chExt cx="0" cy="0"/>
        </a:xfrm>
      </p:grpSpPr>
      <p:sp>
        <p:nvSpPr>
          <p:cNvPr id="58" name="Google Shape;58;p13"/>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13"/>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 name="Google Shape;61;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2" name="Google Shape;62;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 name="Google Shape;63;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 name="Google Shape;64;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5" name="Google Shape;65;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66" name="Shape 66"/>
        <p:cNvGrpSpPr/>
        <p:nvPr/>
      </p:nvGrpSpPr>
      <p:grpSpPr>
        <a:xfrm>
          <a:off x="0" y="0"/>
          <a:ext cx="0" cy="0"/>
          <a:chOff x="0" y="0"/>
          <a:chExt cx="0" cy="0"/>
        </a:xfrm>
      </p:grpSpPr>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1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69" name="Google Shape;69;p14"/>
          <p:cNvSpPr/>
          <p:nvPr>
            <p:ph idx="2" type="pic"/>
          </p:nvPr>
        </p:nvSpPr>
        <p:spPr>
          <a:xfrm>
            <a:off x="4992024" y="1152775"/>
            <a:ext cx="3840300" cy="3416400"/>
          </a:xfrm>
          <a:prstGeom prst="rect">
            <a:avLst/>
          </a:prstGeom>
          <a:noFill/>
          <a:ln>
            <a:noFill/>
          </a:ln>
        </p:spPr>
      </p:sp>
      <p:sp>
        <p:nvSpPr>
          <p:cNvPr id="70" name="Google Shape;70;p14"/>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71" name="Shape 71"/>
        <p:cNvGrpSpPr/>
        <p:nvPr/>
      </p:nvGrpSpPr>
      <p:grpSpPr>
        <a:xfrm>
          <a:off x="0" y="0"/>
          <a:ext cx="0" cy="0"/>
          <a:chOff x="0" y="0"/>
          <a:chExt cx="0" cy="0"/>
        </a:xfrm>
      </p:grpSpPr>
      <p:sp>
        <p:nvSpPr>
          <p:cNvPr id="72" name="Google Shape;72;p15"/>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5"/>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4" name="Google Shape;74;p1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75" name="Google Shape;75;p15"/>
          <p:cNvSpPr txBox="1"/>
          <p:nvPr>
            <p:ph idx="2" type="body"/>
          </p:nvPr>
        </p:nvSpPr>
        <p:spPr>
          <a:xfrm>
            <a:off x="5048000" y="2237788"/>
            <a:ext cx="36198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76" name="Google Shape;76;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7" name="Google Shape;77;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8" name="Shape 78"/>
        <p:cNvGrpSpPr/>
        <p:nvPr/>
      </p:nvGrpSpPr>
      <p:grpSpPr>
        <a:xfrm>
          <a:off x="0" y="0"/>
          <a:ext cx="0" cy="0"/>
          <a:chOff x="0" y="0"/>
          <a:chExt cx="0" cy="0"/>
        </a:xfrm>
      </p:grpSpPr>
      <p:sp>
        <p:nvSpPr>
          <p:cNvPr id="79" name="Google Shape;79;p16"/>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0" name="Google Shape;80;p1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81" name="Google Shape;81;p16"/>
          <p:cNvSpPr txBox="1"/>
          <p:nvPr>
            <p:ph idx="2" type="body"/>
          </p:nvPr>
        </p:nvSpPr>
        <p:spPr>
          <a:xfrm>
            <a:off x="334772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82" name="Google Shape;82;p16"/>
          <p:cNvSpPr txBox="1"/>
          <p:nvPr>
            <p:ph idx="3" type="body"/>
          </p:nvPr>
        </p:nvSpPr>
        <p:spPr>
          <a:xfrm>
            <a:off x="621227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83" name="Google Shape;83;p16"/>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4" name="Google Shape;84;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5" name="Google Shape;85;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 name="Google Shape;86;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7" name="Shape 87"/>
        <p:cNvGrpSpPr/>
        <p:nvPr/>
      </p:nvGrpSpPr>
      <p:grpSpPr>
        <a:xfrm>
          <a:off x="0" y="0"/>
          <a:ext cx="0" cy="0"/>
          <a:chOff x="0" y="0"/>
          <a:chExt cx="0" cy="0"/>
        </a:xfrm>
      </p:grpSpPr>
      <p:sp>
        <p:nvSpPr>
          <p:cNvPr id="88" name="Google Shape;88;p17"/>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0" name="Google Shape;90;p17"/>
          <p:cNvSpPr txBox="1"/>
          <p:nvPr>
            <p:ph idx="2" type="body"/>
          </p:nvPr>
        </p:nvSpPr>
        <p:spPr>
          <a:xfrm>
            <a:off x="4938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1" name="Google Shape;91;p17"/>
          <p:cNvSpPr txBox="1"/>
          <p:nvPr>
            <p:ph idx="3" type="body"/>
          </p:nvPr>
        </p:nvSpPr>
        <p:spPr>
          <a:xfrm>
            <a:off x="366750" y="3648575"/>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2" name="Google Shape;92;p17"/>
          <p:cNvSpPr txBox="1"/>
          <p:nvPr>
            <p:ph idx="4" type="body"/>
          </p:nvPr>
        </p:nvSpPr>
        <p:spPr>
          <a:xfrm>
            <a:off x="4938750" y="3648575"/>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93" name="Google Shape;93;p17"/>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4" name="Google Shape;94;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5" name="Google Shape;95;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6" name="Google Shape;96;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7" name="Google Shape;97;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8" name="Shape 98"/>
        <p:cNvGrpSpPr/>
        <p:nvPr/>
      </p:nvGrpSpPr>
      <p:grpSpPr>
        <a:xfrm>
          <a:off x="0" y="0"/>
          <a:ext cx="0" cy="0"/>
          <a:chOff x="0" y="0"/>
          <a:chExt cx="0" cy="0"/>
        </a:xfrm>
      </p:grpSpPr>
      <p:sp>
        <p:nvSpPr>
          <p:cNvPr id="99" name="Google Shape;99;p1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 name="Google Shape;100;p18"/>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02" name="Shape 102"/>
        <p:cNvGrpSpPr/>
        <p:nvPr/>
      </p:nvGrpSpPr>
      <p:grpSpPr>
        <a:xfrm>
          <a:off x="0" y="0"/>
          <a:ext cx="0" cy="0"/>
          <a:chOff x="0" y="0"/>
          <a:chExt cx="0" cy="0"/>
        </a:xfrm>
      </p:grpSpPr>
      <p:sp>
        <p:nvSpPr>
          <p:cNvPr id="103" name="Google Shape;103;p1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4" name="Google Shape;104;p19"/>
          <p:cNvSpPr/>
          <p:nvPr>
            <p:ph idx="2" type="pic"/>
          </p:nvPr>
        </p:nvSpPr>
        <p:spPr>
          <a:xfrm>
            <a:off x="4804825" y="1133300"/>
            <a:ext cx="4027500" cy="2392800"/>
          </a:xfrm>
          <a:prstGeom prst="rect">
            <a:avLst/>
          </a:prstGeom>
          <a:noFill/>
          <a:ln>
            <a:noFill/>
          </a:ln>
        </p:spPr>
      </p:sp>
      <p:sp>
        <p:nvSpPr>
          <p:cNvPr id="105" name="Google Shape;105;p19"/>
          <p:cNvSpPr/>
          <p:nvPr>
            <p:ph idx="3" type="pic"/>
          </p:nvPr>
        </p:nvSpPr>
        <p:spPr>
          <a:xfrm>
            <a:off x="311725" y="1133300"/>
            <a:ext cx="4027500" cy="2392800"/>
          </a:xfrm>
          <a:prstGeom prst="rect">
            <a:avLst/>
          </a:prstGeom>
          <a:noFill/>
          <a:ln>
            <a:noFill/>
          </a:ln>
        </p:spPr>
      </p:sp>
      <p:sp>
        <p:nvSpPr>
          <p:cNvPr id="106" name="Google Shape;106;p19"/>
          <p:cNvSpPr txBox="1"/>
          <p:nvPr>
            <p:ph idx="4" type="body"/>
          </p:nvPr>
        </p:nvSpPr>
        <p:spPr>
          <a:xfrm>
            <a:off x="4804825"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7" name="Google Shape;107;p19"/>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 name="Google Shape;109;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0" name="Google Shape;110;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11" name="Shape 111"/>
        <p:cNvGrpSpPr/>
        <p:nvPr/>
      </p:nvGrpSpPr>
      <p:grpSpPr>
        <a:xfrm>
          <a:off x="0" y="0"/>
          <a:ext cx="0" cy="0"/>
          <a:chOff x="0" y="0"/>
          <a:chExt cx="0" cy="0"/>
        </a:xfrm>
      </p:grpSpPr>
      <p:sp>
        <p:nvSpPr>
          <p:cNvPr id="112" name="Google Shape;112;p2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3" name="Google Shape;113;p20"/>
          <p:cNvSpPr/>
          <p:nvPr>
            <p:ph idx="2" type="pic"/>
          </p:nvPr>
        </p:nvSpPr>
        <p:spPr>
          <a:xfrm>
            <a:off x="6205225" y="1128325"/>
            <a:ext cx="2627100" cy="2273100"/>
          </a:xfrm>
          <a:prstGeom prst="rect">
            <a:avLst/>
          </a:prstGeom>
          <a:noFill/>
          <a:ln>
            <a:noFill/>
          </a:ln>
        </p:spPr>
      </p:sp>
      <p:sp>
        <p:nvSpPr>
          <p:cNvPr id="114" name="Google Shape;114;p20"/>
          <p:cNvSpPr/>
          <p:nvPr>
            <p:ph idx="3" type="pic"/>
          </p:nvPr>
        </p:nvSpPr>
        <p:spPr>
          <a:xfrm>
            <a:off x="311725" y="1128325"/>
            <a:ext cx="2627100" cy="2273100"/>
          </a:xfrm>
          <a:prstGeom prst="rect">
            <a:avLst/>
          </a:prstGeom>
          <a:noFill/>
          <a:ln>
            <a:noFill/>
          </a:ln>
        </p:spPr>
      </p:sp>
      <p:sp>
        <p:nvSpPr>
          <p:cNvPr id="115" name="Google Shape;115;p20"/>
          <p:cNvSpPr txBox="1"/>
          <p:nvPr>
            <p:ph idx="4" type="body"/>
          </p:nvPr>
        </p:nvSpPr>
        <p:spPr>
          <a:xfrm>
            <a:off x="6205225"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6" name="Google Shape;116;p20"/>
          <p:cNvSpPr/>
          <p:nvPr>
            <p:ph idx="5" type="pic"/>
          </p:nvPr>
        </p:nvSpPr>
        <p:spPr>
          <a:xfrm>
            <a:off x="3255250" y="1128325"/>
            <a:ext cx="2627100" cy="2273100"/>
          </a:xfrm>
          <a:prstGeom prst="rect">
            <a:avLst/>
          </a:prstGeom>
          <a:noFill/>
          <a:ln>
            <a:noFill/>
          </a:ln>
        </p:spPr>
      </p:sp>
      <p:sp>
        <p:nvSpPr>
          <p:cNvPr id="117" name="Google Shape;117;p20"/>
          <p:cNvSpPr txBox="1"/>
          <p:nvPr>
            <p:ph idx="6" type="body"/>
          </p:nvPr>
        </p:nvSpPr>
        <p:spPr>
          <a:xfrm>
            <a:off x="325525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8" name="Google Shape;118;p20"/>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0" name="Google Shape;120;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1" name="Google Shape;121;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2" name="Google Shape;122;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23" name="Shape 123"/>
        <p:cNvGrpSpPr/>
        <p:nvPr/>
      </p:nvGrpSpPr>
      <p:grpSpPr>
        <a:xfrm>
          <a:off x="0" y="0"/>
          <a:ext cx="0" cy="0"/>
          <a:chOff x="0" y="0"/>
          <a:chExt cx="0" cy="0"/>
        </a:xfrm>
      </p:grpSpPr>
      <p:sp>
        <p:nvSpPr>
          <p:cNvPr id="124" name="Google Shape;124;p21"/>
          <p:cNvSpPr/>
          <p:nvPr>
            <p:ph idx="2" type="pic"/>
          </p:nvPr>
        </p:nvSpPr>
        <p:spPr>
          <a:xfrm>
            <a:off x="311700" y="445025"/>
            <a:ext cx="8520600" cy="4218300"/>
          </a:xfrm>
          <a:prstGeom prst="rect">
            <a:avLst/>
          </a:prstGeom>
          <a:noFill/>
          <a:ln>
            <a:noFill/>
          </a:ln>
        </p:spPr>
      </p:sp>
      <p:sp>
        <p:nvSpPr>
          <p:cNvPr id="125" name="Google Shape;125;p21"/>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26" name="Shape 126"/>
        <p:cNvGrpSpPr/>
        <p:nvPr/>
      </p:nvGrpSpPr>
      <p:grpSpPr>
        <a:xfrm>
          <a:off x="0" y="0"/>
          <a:ext cx="0" cy="0"/>
          <a:chOff x="0" y="0"/>
          <a:chExt cx="0" cy="0"/>
        </a:xfrm>
      </p:grpSpPr>
      <p:sp>
        <p:nvSpPr>
          <p:cNvPr id="127" name="Google Shape;127;p22"/>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22"/>
          <p:cNvSpPr/>
          <p:nvPr>
            <p:ph idx="2" type="pic"/>
          </p:nvPr>
        </p:nvSpPr>
        <p:spPr>
          <a:xfrm>
            <a:off x="3389600" y="118913"/>
            <a:ext cx="1643700" cy="1535100"/>
          </a:xfrm>
          <a:prstGeom prst="rect">
            <a:avLst/>
          </a:prstGeom>
          <a:noFill/>
          <a:ln>
            <a:noFill/>
          </a:ln>
        </p:spPr>
      </p:sp>
      <p:sp>
        <p:nvSpPr>
          <p:cNvPr id="129" name="Google Shape;129;p22"/>
          <p:cNvSpPr/>
          <p:nvPr>
            <p:ph idx="3" type="pic"/>
          </p:nvPr>
        </p:nvSpPr>
        <p:spPr>
          <a:xfrm>
            <a:off x="5195935" y="118913"/>
            <a:ext cx="1643700" cy="1535100"/>
          </a:xfrm>
          <a:prstGeom prst="rect">
            <a:avLst/>
          </a:prstGeom>
          <a:noFill/>
          <a:ln>
            <a:noFill/>
          </a:ln>
        </p:spPr>
      </p:sp>
      <p:sp>
        <p:nvSpPr>
          <p:cNvPr id="130" name="Google Shape;130;p22"/>
          <p:cNvSpPr/>
          <p:nvPr>
            <p:ph idx="4" type="pic"/>
          </p:nvPr>
        </p:nvSpPr>
        <p:spPr>
          <a:xfrm>
            <a:off x="7002270" y="118913"/>
            <a:ext cx="1643700" cy="1535100"/>
          </a:xfrm>
          <a:prstGeom prst="rect">
            <a:avLst/>
          </a:prstGeom>
          <a:noFill/>
          <a:ln>
            <a:noFill/>
          </a:ln>
        </p:spPr>
      </p:sp>
      <p:sp>
        <p:nvSpPr>
          <p:cNvPr id="131" name="Google Shape;131;p22"/>
          <p:cNvSpPr/>
          <p:nvPr>
            <p:ph idx="5" type="pic"/>
          </p:nvPr>
        </p:nvSpPr>
        <p:spPr>
          <a:xfrm>
            <a:off x="3389588" y="1804212"/>
            <a:ext cx="1643700" cy="1535100"/>
          </a:xfrm>
          <a:prstGeom prst="rect">
            <a:avLst/>
          </a:prstGeom>
          <a:noFill/>
          <a:ln>
            <a:noFill/>
          </a:ln>
        </p:spPr>
      </p:sp>
      <p:sp>
        <p:nvSpPr>
          <p:cNvPr id="132" name="Google Shape;132;p22"/>
          <p:cNvSpPr/>
          <p:nvPr>
            <p:ph idx="6" type="pic"/>
          </p:nvPr>
        </p:nvSpPr>
        <p:spPr>
          <a:xfrm>
            <a:off x="5195922" y="1804212"/>
            <a:ext cx="1643700" cy="1535100"/>
          </a:xfrm>
          <a:prstGeom prst="rect">
            <a:avLst/>
          </a:prstGeom>
          <a:noFill/>
          <a:ln>
            <a:noFill/>
          </a:ln>
        </p:spPr>
      </p:sp>
      <p:sp>
        <p:nvSpPr>
          <p:cNvPr id="133" name="Google Shape;133;p22"/>
          <p:cNvSpPr/>
          <p:nvPr>
            <p:ph idx="7" type="pic"/>
          </p:nvPr>
        </p:nvSpPr>
        <p:spPr>
          <a:xfrm>
            <a:off x="7002257" y="1804212"/>
            <a:ext cx="1643700" cy="1535100"/>
          </a:xfrm>
          <a:prstGeom prst="rect">
            <a:avLst/>
          </a:prstGeom>
          <a:noFill/>
          <a:ln>
            <a:noFill/>
          </a:ln>
        </p:spPr>
      </p:sp>
      <p:sp>
        <p:nvSpPr>
          <p:cNvPr id="134" name="Google Shape;134;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5" name="Google Shape;135;p22"/>
          <p:cNvSpPr/>
          <p:nvPr>
            <p:ph idx="8" type="pic"/>
          </p:nvPr>
        </p:nvSpPr>
        <p:spPr>
          <a:xfrm>
            <a:off x="3389588" y="3489487"/>
            <a:ext cx="1643700" cy="1535100"/>
          </a:xfrm>
          <a:prstGeom prst="rect">
            <a:avLst/>
          </a:prstGeom>
          <a:noFill/>
          <a:ln>
            <a:noFill/>
          </a:ln>
        </p:spPr>
      </p:sp>
      <p:sp>
        <p:nvSpPr>
          <p:cNvPr id="136" name="Google Shape;136;p22"/>
          <p:cNvSpPr/>
          <p:nvPr>
            <p:ph idx="9" type="pic"/>
          </p:nvPr>
        </p:nvSpPr>
        <p:spPr>
          <a:xfrm>
            <a:off x="5195922" y="3489487"/>
            <a:ext cx="1643700" cy="1535100"/>
          </a:xfrm>
          <a:prstGeom prst="rect">
            <a:avLst/>
          </a:prstGeom>
          <a:noFill/>
          <a:ln>
            <a:noFill/>
          </a:ln>
        </p:spPr>
      </p:sp>
      <p:sp>
        <p:nvSpPr>
          <p:cNvPr id="137" name="Google Shape;137;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bg>
      <p:bgPr>
        <a:solidFill>
          <a:schemeClr val="lt1"/>
        </a:solidFill>
      </p:bgPr>
    </p:bg>
    <p:spTree>
      <p:nvGrpSpPr>
        <p:cNvPr id="138" name="Shape 138"/>
        <p:cNvGrpSpPr/>
        <p:nvPr/>
      </p:nvGrpSpPr>
      <p:grpSpPr>
        <a:xfrm>
          <a:off x="0" y="0"/>
          <a:ext cx="0" cy="0"/>
          <a:chOff x="0" y="0"/>
          <a:chExt cx="0" cy="0"/>
        </a:xfrm>
      </p:grpSpPr>
      <p:grpSp>
        <p:nvGrpSpPr>
          <p:cNvPr id="139" name="Google Shape;139;p23"/>
          <p:cNvGrpSpPr/>
          <p:nvPr/>
        </p:nvGrpSpPr>
        <p:grpSpPr>
          <a:xfrm>
            <a:off x="75" y="256675"/>
            <a:ext cx="3798141" cy="1190474"/>
            <a:chOff x="75" y="256675"/>
            <a:chExt cx="3798141" cy="1190474"/>
          </a:xfrm>
        </p:grpSpPr>
        <p:sp>
          <p:nvSpPr>
            <p:cNvPr id="140" name="Google Shape;140;p23"/>
            <p:cNvSpPr/>
            <p:nvPr/>
          </p:nvSpPr>
          <p:spPr>
            <a:xfrm flipH="1" rot="10800000">
              <a:off x="75" y="256675"/>
              <a:ext cx="3798000" cy="1190400"/>
            </a:xfrm>
            <a:prstGeom prst="snip1Rect">
              <a:avLst>
                <a:gd fmla="val 35102"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141" name="Google Shape;141;p23"/>
            <p:cNvSpPr/>
            <p:nvPr/>
          </p:nvSpPr>
          <p:spPr>
            <a:xfrm flipH="1" rot="-10795068">
              <a:off x="3380016" y="1028349"/>
              <a:ext cx="418200" cy="418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142" name="Google Shape;142;p23"/>
          <p:cNvSpPr txBox="1"/>
          <p:nvPr>
            <p:ph type="title"/>
          </p:nvPr>
        </p:nvSpPr>
        <p:spPr>
          <a:xfrm>
            <a:off x="333925" y="544250"/>
            <a:ext cx="3039900" cy="7212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43" name="Google Shape;143;p23"/>
          <p:cNvSpPr txBox="1"/>
          <p:nvPr>
            <p:ph idx="1" type="subTitle"/>
          </p:nvPr>
        </p:nvSpPr>
        <p:spPr>
          <a:xfrm>
            <a:off x="1149126" y="2348550"/>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4" name="Google Shape;144;p23"/>
          <p:cNvSpPr txBox="1"/>
          <p:nvPr>
            <p:ph idx="2" type="subTitle"/>
          </p:nvPr>
        </p:nvSpPr>
        <p:spPr>
          <a:xfrm>
            <a:off x="1149126" y="2802869"/>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5" name="Google Shape;145;p23"/>
          <p:cNvSpPr txBox="1"/>
          <p:nvPr>
            <p:ph idx="3" type="subTitle"/>
          </p:nvPr>
        </p:nvSpPr>
        <p:spPr>
          <a:xfrm>
            <a:off x="1149126" y="3257187"/>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6" name="Google Shape;146;p23"/>
          <p:cNvSpPr txBox="1"/>
          <p:nvPr>
            <p:ph idx="4" type="subTitle"/>
          </p:nvPr>
        </p:nvSpPr>
        <p:spPr>
          <a:xfrm>
            <a:off x="1149126" y="3711506"/>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7" name="Google Shape;147;p23"/>
          <p:cNvSpPr txBox="1"/>
          <p:nvPr>
            <p:ph idx="5" type="subTitle"/>
          </p:nvPr>
        </p:nvSpPr>
        <p:spPr>
          <a:xfrm>
            <a:off x="1149126" y="4165824"/>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8" name="Google Shape;148;p23"/>
          <p:cNvSpPr txBox="1"/>
          <p:nvPr>
            <p:ph idx="6" type="subTitle"/>
          </p:nvPr>
        </p:nvSpPr>
        <p:spPr>
          <a:xfrm>
            <a:off x="5327851" y="2348550"/>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49" name="Google Shape;149;p23"/>
          <p:cNvSpPr txBox="1"/>
          <p:nvPr>
            <p:ph idx="7" type="subTitle"/>
          </p:nvPr>
        </p:nvSpPr>
        <p:spPr>
          <a:xfrm>
            <a:off x="5327851" y="2802869"/>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50" name="Google Shape;150;p23"/>
          <p:cNvSpPr txBox="1"/>
          <p:nvPr>
            <p:ph idx="8" type="subTitle"/>
          </p:nvPr>
        </p:nvSpPr>
        <p:spPr>
          <a:xfrm>
            <a:off x="5327851" y="3257187"/>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51" name="Google Shape;151;p23"/>
          <p:cNvSpPr txBox="1"/>
          <p:nvPr>
            <p:ph idx="9" type="subTitle"/>
          </p:nvPr>
        </p:nvSpPr>
        <p:spPr>
          <a:xfrm>
            <a:off x="5327851" y="3711506"/>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152" name="Google Shape;152;p23"/>
          <p:cNvSpPr txBox="1"/>
          <p:nvPr>
            <p:ph idx="13" type="subTitle"/>
          </p:nvPr>
        </p:nvSpPr>
        <p:spPr>
          <a:xfrm>
            <a:off x="5327851" y="4165824"/>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s" type="tx">
  <p:cSld name="TITLE_AND_BODY">
    <p:bg>
      <p:bgPr>
        <a:solidFill>
          <a:schemeClr val="lt1"/>
        </a:solidFill>
      </p:bgPr>
    </p:bg>
    <p:spTree>
      <p:nvGrpSpPr>
        <p:cNvPr id="153" name="Shape 153"/>
        <p:cNvGrpSpPr/>
        <p:nvPr/>
      </p:nvGrpSpPr>
      <p:grpSpPr>
        <a:xfrm>
          <a:off x="0" y="0"/>
          <a:ext cx="0" cy="0"/>
          <a:chOff x="0" y="0"/>
          <a:chExt cx="0" cy="0"/>
        </a:xfrm>
      </p:grpSpPr>
      <p:sp>
        <p:nvSpPr>
          <p:cNvPr id="154" name="Google Shape;154;p24"/>
          <p:cNvSpPr/>
          <p:nvPr>
            <p:ph idx="2" type="pic"/>
          </p:nvPr>
        </p:nvSpPr>
        <p:spPr>
          <a:xfrm rot="299990">
            <a:off x="716131" y="2331244"/>
            <a:ext cx="3686628" cy="2455534"/>
          </a:xfrm>
          <a:prstGeom prst="snip1Rect">
            <a:avLst>
              <a:gd fmla="val 16667" name="adj"/>
            </a:avLst>
          </a:prstGeom>
          <a:noFill/>
          <a:ln>
            <a:noFill/>
          </a:ln>
        </p:spPr>
      </p:sp>
      <p:sp>
        <p:nvSpPr>
          <p:cNvPr id="155" name="Google Shape;155;p24"/>
          <p:cNvSpPr/>
          <p:nvPr>
            <p:ph idx="3" type="pic"/>
          </p:nvPr>
        </p:nvSpPr>
        <p:spPr>
          <a:xfrm rot="-300269">
            <a:off x="4741294" y="2331368"/>
            <a:ext cx="3686654" cy="2455534"/>
          </a:xfrm>
          <a:prstGeom prst="snip1Rect">
            <a:avLst>
              <a:gd fmla="val 16667" name="adj"/>
            </a:avLst>
          </a:prstGeom>
          <a:noFill/>
          <a:ln>
            <a:noFill/>
          </a:ln>
        </p:spPr>
      </p:sp>
      <p:sp>
        <p:nvSpPr>
          <p:cNvPr id="156" name="Google Shape;156;p24"/>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7" name="Google Shape;157;p24"/>
          <p:cNvSpPr txBox="1"/>
          <p:nvPr>
            <p:ph idx="1" type="body"/>
          </p:nvPr>
        </p:nvSpPr>
        <p:spPr>
          <a:xfrm>
            <a:off x="333925" y="1163150"/>
            <a:ext cx="8475600" cy="7080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58" name="Google Shape;158;p24"/>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lgn="r">
              <a:buNone/>
              <a:defRPr/>
            </a:lvl1pPr>
            <a:lvl2pPr lvl="1" rtl="0" algn="r">
              <a:buNone/>
              <a:defRPr/>
            </a:lvl2pPr>
            <a:lvl3pPr lvl="2" rtl="0" algn="r">
              <a:buNone/>
              <a:defRPr/>
            </a:lvl3pPr>
            <a:lvl4pPr lvl="3" rtl="0" algn="r">
              <a:buNone/>
              <a:defRPr/>
            </a:lvl4pPr>
            <a:lvl5pPr lvl="4" rtl="0" algn="r">
              <a:buNone/>
              <a:defRPr/>
            </a:lvl5pPr>
            <a:lvl6pPr lvl="5" rtl="0" algn="r">
              <a:buNone/>
              <a:defRPr/>
            </a:lvl6pPr>
            <a:lvl7pPr lvl="6" rtl="0" algn="r">
              <a:buNone/>
              <a:defRPr/>
            </a:lvl7pPr>
            <a:lvl8pPr lvl="7" rtl="0" algn="r">
              <a:buNone/>
              <a:defRPr/>
            </a:lvl8pPr>
            <a:lvl9pPr lvl="8" rtl="0" algn="r">
              <a:buNone/>
              <a:defRPr/>
            </a:lvl9pPr>
          </a:lstStyle>
          <a:p>
            <a:pPr indent="0" lvl="0" marL="0" rtl="0" algn="r">
              <a:spcBef>
                <a:spcPts val="0"/>
              </a:spcBef>
              <a:spcAft>
                <a:spcPts val="0"/>
              </a:spcAft>
              <a:buNone/>
            </a:pPr>
            <a:fld id="{00000000-1234-1234-1234-123412341234}" type="slidenum">
              <a:rPr lang="en"/>
              <a:t>‹#›</a:t>
            </a:fld>
            <a:endParaRPr/>
          </a:p>
        </p:txBody>
      </p:sp>
      <p:sp>
        <p:nvSpPr>
          <p:cNvPr id="159" name="Google Shape;159;p24"/>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60" name="Google Shape;160;p24"/>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ITLE_AND_BODY_1">
    <p:bg>
      <p:bgPr>
        <a:solidFill>
          <a:schemeClr val="lt1"/>
        </a:solidFill>
      </p:bgPr>
    </p:bg>
    <p:spTree>
      <p:nvGrpSpPr>
        <p:cNvPr id="161" name="Shape 161"/>
        <p:cNvGrpSpPr/>
        <p:nvPr/>
      </p:nvGrpSpPr>
      <p:grpSpPr>
        <a:xfrm>
          <a:off x="0" y="0"/>
          <a:ext cx="0" cy="0"/>
          <a:chOff x="0" y="0"/>
          <a:chExt cx="0" cy="0"/>
        </a:xfrm>
      </p:grpSpPr>
      <p:sp>
        <p:nvSpPr>
          <p:cNvPr id="162" name="Google Shape;162;p25"/>
          <p:cNvSpPr/>
          <p:nvPr>
            <p:ph idx="2" type="pic"/>
          </p:nvPr>
        </p:nvSpPr>
        <p:spPr>
          <a:xfrm rot="299990">
            <a:off x="716131" y="2331244"/>
            <a:ext cx="3686628" cy="2455534"/>
          </a:xfrm>
          <a:prstGeom prst="snip1Rect">
            <a:avLst>
              <a:gd fmla="val 16667" name="adj"/>
            </a:avLst>
          </a:prstGeom>
          <a:noFill/>
          <a:ln>
            <a:noFill/>
          </a:ln>
        </p:spPr>
      </p:sp>
      <p:sp>
        <p:nvSpPr>
          <p:cNvPr id="163" name="Google Shape;163;p25"/>
          <p:cNvSpPr/>
          <p:nvPr>
            <p:ph idx="3" type="pic"/>
          </p:nvPr>
        </p:nvSpPr>
        <p:spPr>
          <a:xfrm rot="-300269">
            <a:off x="4741294" y="2331368"/>
            <a:ext cx="3686654" cy="2455534"/>
          </a:xfrm>
          <a:prstGeom prst="snip1Rect">
            <a:avLst>
              <a:gd fmla="val 16667" name="adj"/>
            </a:avLst>
          </a:prstGeom>
          <a:noFill/>
          <a:ln>
            <a:noFill/>
          </a:ln>
        </p:spPr>
      </p:sp>
      <p:sp>
        <p:nvSpPr>
          <p:cNvPr id="164" name="Google Shape;164;p25"/>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25"/>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lgn="r">
              <a:buNone/>
              <a:defRPr/>
            </a:lvl1pPr>
            <a:lvl2pPr lvl="1" rtl="0" algn="r">
              <a:buNone/>
              <a:defRPr/>
            </a:lvl2pPr>
            <a:lvl3pPr lvl="2" rtl="0" algn="r">
              <a:buNone/>
              <a:defRPr/>
            </a:lvl3pPr>
            <a:lvl4pPr lvl="3" rtl="0" algn="r">
              <a:buNone/>
              <a:defRPr/>
            </a:lvl4pPr>
            <a:lvl5pPr lvl="4" rtl="0" algn="r">
              <a:buNone/>
              <a:defRPr/>
            </a:lvl5pPr>
            <a:lvl6pPr lvl="5" rtl="0" algn="r">
              <a:buNone/>
              <a:defRPr/>
            </a:lvl6pPr>
            <a:lvl7pPr lvl="6" rtl="0" algn="r">
              <a:buNone/>
              <a:defRPr/>
            </a:lvl7pPr>
            <a:lvl8pPr lvl="7" rtl="0" algn="r">
              <a:buNone/>
              <a:defRPr/>
            </a:lvl8pPr>
            <a:lvl9pPr lvl="8" rtl="0" algn="r">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81082" y="1182925"/>
            <a:ext cx="41490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67" name="Google Shape;167;p25"/>
          <p:cNvSpPr txBox="1"/>
          <p:nvPr>
            <p:ph idx="4" type="body"/>
          </p:nvPr>
        </p:nvSpPr>
        <p:spPr>
          <a:xfrm>
            <a:off x="381082" y="1521627"/>
            <a:ext cx="41490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68" name="Google Shape;168;p25"/>
          <p:cNvSpPr txBox="1"/>
          <p:nvPr>
            <p:ph idx="5" type="subTitle"/>
          </p:nvPr>
        </p:nvSpPr>
        <p:spPr>
          <a:xfrm>
            <a:off x="4566932" y="1182925"/>
            <a:ext cx="41490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69" name="Google Shape;169;p25"/>
          <p:cNvSpPr txBox="1"/>
          <p:nvPr>
            <p:ph idx="6" type="body"/>
          </p:nvPr>
        </p:nvSpPr>
        <p:spPr>
          <a:xfrm>
            <a:off x="4566932" y="1521627"/>
            <a:ext cx="41490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70" name="Google Shape;170;p25"/>
          <p:cNvSpPr txBox="1"/>
          <p:nvPr>
            <p:ph idx="7"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71" name="Google Shape;171;p25"/>
          <p:cNvSpPr txBox="1"/>
          <p:nvPr>
            <p:ph idx="8"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type="twoColTx">
  <p:cSld name="TITLE_AND_TWO_COLUMNS">
    <p:bg>
      <p:bgPr>
        <a:solidFill>
          <a:schemeClr val="lt1"/>
        </a:solidFill>
      </p:bgPr>
    </p:bg>
    <p:spTree>
      <p:nvGrpSpPr>
        <p:cNvPr id="172" name="Shape 172"/>
        <p:cNvGrpSpPr/>
        <p:nvPr/>
      </p:nvGrpSpPr>
      <p:grpSpPr>
        <a:xfrm>
          <a:off x="0" y="0"/>
          <a:ext cx="0" cy="0"/>
          <a:chOff x="0" y="0"/>
          <a:chExt cx="0" cy="0"/>
        </a:xfrm>
      </p:grpSpPr>
      <p:grpSp>
        <p:nvGrpSpPr>
          <p:cNvPr id="173" name="Google Shape;173;p26"/>
          <p:cNvGrpSpPr/>
          <p:nvPr/>
        </p:nvGrpSpPr>
        <p:grpSpPr>
          <a:xfrm>
            <a:off x="0" y="-444900"/>
            <a:ext cx="9144000" cy="5588500"/>
            <a:chOff x="0" y="-444900"/>
            <a:chExt cx="9144000" cy="5588500"/>
          </a:xfrm>
        </p:grpSpPr>
        <p:grpSp>
          <p:nvGrpSpPr>
            <p:cNvPr id="174" name="Google Shape;174;p26"/>
            <p:cNvGrpSpPr/>
            <p:nvPr/>
          </p:nvGrpSpPr>
          <p:grpSpPr>
            <a:xfrm>
              <a:off x="0" y="100"/>
              <a:ext cx="9144000" cy="5143500"/>
              <a:chOff x="0" y="100"/>
              <a:chExt cx="9144000" cy="5143500"/>
            </a:xfrm>
          </p:grpSpPr>
          <p:sp>
            <p:nvSpPr>
              <p:cNvPr id="175" name="Google Shape;175;p26"/>
              <p:cNvSpPr/>
              <p:nvPr/>
            </p:nvSpPr>
            <p:spPr>
              <a:xfrm>
                <a:off x="0" y="100"/>
                <a:ext cx="9144000" cy="5143500"/>
              </a:xfrm>
              <a:prstGeom prst="snip1Rect">
                <a:avLst>
                  <a:gd fmla="val 4086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176" name="Google Shape;176;p26"/>
              <p:cNvSpPr/>
              <p:nvPr/>
            </p:nvSpPr>
            <p:spPr>
              <a:xfrm rot="10800000">
                <a:off x="7036475" y="1219850"/>
                <a:ext cx="2107500" cy="186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grpSp>
        <p:sp>
          <p:nvSpPr>
            <p:cNvPr id="177" name="Google Shape;177;p26"/>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178" name="Google Shape;178;p26"/>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6"/>
          <p:cNvSpPr txBox="1"/>
          <p:nvPr>
            <p:ph type="title"/>
          </p:nvPr>
        </p:nvSpPr>
        <p:spPr>
          <a:xfrm>
            <a:off x="2479675" y="1637413"/>
            <a:ext cx="4184700" cy="572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0" name="Google Shape;180;p26"/>
          <p:cNvSpPr txBox="1"/>
          <p:nvPr>
            <p:ph idx="1" type="body"/>
          </p:nvPr>
        </p:nvSpPr>
        <p:spPr>
          <a:xfrm>
            <a:off x="2479675" y="2291377"/>
            <a:ext cx="4184700" cy="2288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181" name="Google Shape;181;p26"/>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182" name="Google Shape;182;p26"/>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type="titleOnly">
  <p:cSld name="TITLE_ONLY">
    <p:bg>
      <p:bgPr>
        <a:solidFill>
          <a:schemeClr val="lt1"/>
        </a:solidFill>
      </p:bgPr>
    </p:bg>
    <p:spTree>
      <p:nvGrpSpPr>
        <p:cNvPr id="183" name="Shape 183"/>
        <p:cNvGrpSpPr/>
        <p:nvPr/>
      </p:nvGrpSpPr>
      <p:grpSpPr>
        <a:xfrm>
          <a:off x="0" y="0"/>
          <a:ext cx="0" cy="0"/>
          <a:chOff x="0" y="0"/>
          <a:chExt cx="0" cy="0"/>
        </a:xfrm>
      </p:grpSpPr>
      <p:sp>
        <p:nvSpPr>
          <p:cNvPr id="184" name="Google Shape;184;p27"/>
          <p:cNvSpPr/>
          <p:nvPr>
            <p:ph idx="2" type="pic"/>
          </p:nvPr>
        </p:nvSpPr>
        <p:spPr>
          <a:xfrm rot="299866">
            <a:off x="764484" y="2679783"/>
            <a:ext cx="1938771" cy="1938771"/>
          </a:xfrm>
          <a:prstGeom prst="snip1Rect">
            <a:avLst>
              <a:gd fmla="val 16667" name="adj"/>
            </a:avLst>
          </a:prstGeom>
          <a:noFill/>
          <a:ln>
            <a:noFill/>
          </a:ln>
        </p:spPr>
      </p:sp>
      <p:sp>
        <p:nvSpPr>
          <p:cNvPr id="185" name="Google Shape;185;p27"/>
          <p:cNvSpPr/>
          <p:nvPr>
            <p:ph idx="3" type="pic"/>
          </p:nvPr>
        </p:nvSpPr>
        <p:spPr>
          <a:xfrm rot="-299913">
            <a:off x="3602840" y="2620826"/>
            <a:ext cx="1938472" cy="1938472"/>
          </a:xfrm>
          <a:prstGeom prst="snip1Rect">
            <a:avLst>
              <a:gd fmla="val 16667" name="adj"/>
            </a:avLst>
          </a:prstGeom>
          <a:noFill/>
          <a:ln>
            <a:noFill/>
          </a:ln>
        </p:spPr>
      </p:sp>
      <p:sp>
        <p:nvSpPr>
          <p:cNvPr id="186" name="Google Shape;186;p27"/>
          <p:cNvSpPr/>
          <p:nvPr>
            <p:ph idx="4" type="pic"/>
          </p:nvPr>
        </p:nvSpPr>
        <p:spPr>
          <a:xfrm rot="299913">
            <a:off x="6440891" y="2679947"/>
            <a:ext cx="1938472" cy="1938472"/>
          </a:xfrm>
          <a:prstGeom prst="snip1Rect">
            <a:avLst>
              <a:gd fmla="val 16667" name="adj"/>
            </a:avLst>
          </a:prstGeom>
          <a:noFill/>
          <a:ln>
            <a:noFill/>
          </a:ln>
        </p:spPr>
      </p:sp>
      <p:sp>
        <p:nvSpPr>
          <p:cNvPr id="187" name="Google Shape;187;p27"/>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27"/>
          <p:cNvSpPr txBox="1"/>
          <p:nvPr>
            <p:ph idx="1" type="subTitle"/>
          </p:nvPr>
        </p:nvSpPr>
        <p:spPr>
          <a:xfrm>
            <a:off x="381063"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89" name="Google Shape;189;p27"/>
          <p:cNvSpPr txBox="1"/>
          <p:nvPr>
            <p:ph idx="5" type="body"/>
          </p:nvPr>
        </p:nvSpPr>
        <p:spPr>
          <a:xfrm>
            <a:off x="381063"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0" name="Google Shape;190;p27"/>
          <p:cNvSpPr txBox="1"/>
          <p:nvPr>
            <p:ph idx="6" type="subTitle"/>
          </p:nvPr>
        </p:nvSpPr>
        <p:spPr>
          <a:xfrm>
            <a:off x="3219300"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91" name="Google Shape;191;p27"/>
          <p:cNvSpPr txBox="1"/>
          <p:nvPr>
            <p:ph idx="7" type="body"/>
          </p:nvPr>
        </p:nvSpPr>
        <p:spPr>
          <a:xfrm>
            <a:off x="3219300"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2" name="Google Shape;192;p27"/>
          <p:cNvSpPr txBox="1"/>
          <p:nvPr>
            <p:ph idx="8" type="subTitle"/>
          </p:nvPr>
        </p:nvSpPr>
        <p:spPr>
          <a:xfrm>
            <a:off x="6057538"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193" name="Google Shape;193;p27"/>
          <p:cNvSpPr txBox="1"/>
          <p:nvPr>
            <p:ph idx="9" type="body"/>
          </p:nvPr>
        </p:nvSpPr>
        <p:spPr>
          <a:xfrm>
            <a:off x="6057538"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4" name="Google Shape;194;p27"/>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5" name="Google Shape;195;p27"/>
          <p:cNvSpPr txBox="1"/>
          <p:nvPr>
            <p:ph idx="1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196" name="Google Shape;196;p27"/>
          <p:cNvSpPr txBox="1"/>
          <p:nvPr>
            <p:ph idx="1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1">
  <p:cSld name="ONE_COLUMN_TEXT">
    <p:bg>
      <p:bgPr>
        <a:solidFill>
          <a:schemeClr val="lt1"/>
        </a:solidFill>
      </p:bgPr>
    </p:bg>
    <p:spTree>
      <p:nvGrpSpPr>
        <p:cNvPr id="197" name="Shape 197"/>
        <p:cNvGrpSpPr/>
        <p:nvPr/>
      </p:nvGrpSpPr>
      <p:grpSpPr>
        <a:xfrm>
          <a:off x="0" y="0"/>
          <a:ext cx="0" cy="0"/>
          <a:chOff x="0" y="0"/>
          <a:chExt cx="0" cy="0"/>
        </a:xfrm>
      </p:grpSpPr>
      <p:sp>
        <p:nvSpPr>
          <p:cNvPr id="198" name="Google Shape;198;p28"/>
          <p:cNvSpPr/>
          <p:nvPr>
            <p:ph idx="2" type="pic"/>
          </p:nvPr>
        </p:nvSpPr>
        <p:spPr>
          <a:xfrm>
            <a:off x="434125" y="2147825"/>
            <a:ext cx="8275200" cy="2679300"/>
          </a:xfrm>
          <a:prstGeom prst="snip1Rect">
            <a:avLst>
              <a:gd fmla="val 29467" name="adj"/>
            </a:avLst>
          </a:prstGeom>
          <a:noFill/>
          <a:ln>
            <a:noFill/>
          </a:ln>
        </p:spPr>
      </p:sp>
      <p:sp>
        <p:nvSpPr>
          <p:cNvPr id="199" name="Google Shape;199;p28"/>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0" name="Google Shape;200;p28"/>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1" name="Google Shape;201;p28"/>
          <p:cNvSpPr txBox="1"/>
          <p:nvPr>
            <p:ph idx="1" type="body"/>
          </p:nvPr>
        </p:nvSpPr>
        <p:spPr>
          <a:xfrm>
            <a:off x="333925" y="1163150"/>
            <a:ext cx="8475600" cy="7080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02" name="Google Shape;202;p28"/>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03" name="Google Shape;203;p28"/>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extLst>
    <p:ext uri="{DCECCB84-F9BA-43D5-87BE-67443E8EF086}">
      <p15:sldGuideLst>
        <p15:guide id="1" pos="273">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left">
  <p:cSld name="ONE_COLUMN_TEXT_1">
    <p:bg>
      <p:bgPr>
        <a:solidFill>
          <a:schemeClr val="lt1"/>
        </a:solidFill>
      </p:bgPr>
    </p:bg>
    <p:spTree>
      <p:nvGrpSpPr>
        <p:cNvPr id="204" name="Shape 204"/>
        <p:cNvGrpSpPr/>
        <p:nvPr/>
      </p:nvGrpSpPr>
      <p:grpSpPr>
        <a:xfrm>
          <a:off x="0" y="0"/>
          <a:ext cx="0" cy="0"/>
          <a:chOff x="0" y="0"/>
          <a:chExt cx="0" cy="0"/>
        </a:xfrm>
      </p:grpSpPr>
      <p:grpSp>
        <p:nvGrpSpPr>
          <p:cNvPr id="205" name="Google Shape;205;p29"/>
          <p:cNvGrpSpPr/>
          <p:nvPr/>
        </p:nvGrpSpPr>
        <p:grpSpPr>
          <a:xfrm>
            <a:off x="433788" y="1202208"/>
            <a:ext cx="2632899" cy="904617"/>
            <a:chOff x="433788" y="1202208"/>
            <a:chExt cx="2632899" cy="904617"/>
          </a:xfrm>
        </p:grpSpPr>
        <p:sp>
          <p:nvSpPr>
            <p:cNvPr id="206" name="Google Shape;206;p29"/>
            <p:cNvSpPr/>
            <p:nvPr/>
          </p:nvSpPr>
          <p:spPr>
            <a:xfrm>
              <a:off x="433788" y="1202325"/>
              <a:ext cx="2632800" cy="904500"/>
            </a:xfrm>
            <a:prstGeom prst="snip1Rect">
              <a:avLst>
                <a:gd fmla="val 35102"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207" name="Google Shape;207;p29"/>
            <p:cNvSpPr/>
            <p:nvPr/>
          </p:nvSpPr>
          <p:spPr>
            <a:xfrm rot="-6523">
              <a:off x="2750486"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208" name="Google Shape;208;p29"/>
          <p:cNvSpPr txBox="1"/>
          <p:nvPr>
            <p:ph idx="1" type="subTitle"/>
          </p:nvPr>
        </p:nvSpPr>
        <p:spPr>
          <a:xfrm>
            <a:off x="437000" y="1202200"/>
            <a:ext cx="2322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09" name="Google Shape;209;p29"/>
          <p:cNvSpPr txBox="1"/>
          <p:nvPr>
            <p:ph idx="2" type="body"/>
          </p:nvPr>
        </p:nvSpPr>
        <p:spPr>
          <a:xfrm>
            <a:off x="437000" y="1460325"/>
            <a:ext cx="26328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210" name="Google Shape;210;p29"/>
          <p:cNvSpPr/>
          <p:nvPr>
            <p:ph idx="3" type="pic"/>
          </p:nvPr>
        </p:nvSpPr>
        <p:spPr>
          <a:xfrm>
            <a:off x="434125" y="2147825"/>
            <a:ext cx="8275200" cy="2679300"/>
          </a:xfrm>
          <a:prstGeom prst="snip1Rect">
            <a:avLst>
              <a:gd fmla="val 29467" name="adj"/>
            </a:avLst>
          </a:prstGeom>
          <a:noFill/>
          <a:ln>
            <a:noFill/>
          </a:ln>
        </p:spPr>
      </p:sp>
      <p:sp>
        <p:nvSpPr>
          <p:cNvPr id="211" name="Google Shape;211;p29"/>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9"/>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3" name="Google Shape;213;p29"/>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4" name="Google Shape;214;p29"/>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extLst>
    <p:ext uri="{DCECCB84-F9BA-43D5-87BE-67443E8EF086}">
      <p15:sldGuideLst>
        <p15:guide id="1" pos="273">
          <p15:clr>
            <a:srgbClr val="E46962"/>
          </p15:clr>
        </p15:guide>
        <p15:guide id="2" orient="horz" pos="1353">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middle">
  <p:cSld name="ONE_COLUMN_TEXT_1_2">
    <p:bg>
      <p:bgPr>
        <a:solidFill>
          <a:schemeClr val="lt1"/>
        </a:solidFill>
      </p:bgPr>
    </p:bg>
    <p:spTree>
      <p:nvGrpSpPr>
        <p:cNvPr id="215" name="Shape 215"/>
        <p:cNvGrpSpPr/>
        <p:nvPr/>
      </p:nvGrpSpPr>
      <p:grpSpPr>
        <a:xfrm>
          <a:off x="0" y="0"/>
          <a:ext cx="0" cy="0"/>
          <a:chOff x="0" y="0"/>
          <a:chExt cx="0" cy="0"/>
        </a:xfrm>
      </p:grpSpPr>
      <p:grpSp>
        <p:nvGrpSpPr>
          <p:cNvPr id="216" name="Google Shape;216;p30"/>
          <p:cNvGrpSpPr/>
          <p:nvPr/>
        </p:nvGrpSpPr>
        <p:grpSpPr>
          <a:xfrm>
            <a:off x="3253950" y="1202208"/>
            <a:ext cx="2632899" cy="904617"/>
            <a:chOff x="3253950" y="1202208"/>
            <a:chExt cx="2632899" cy="904617"/>
          </a:xfrm>
        </p:grpSpPr>
        <p:sp>
          <p:nvSpPr>
            <p:cNvPr id="217" name="Google Shape;217;p30"/>
            <p:cNvSpPr/>
            <p:nvPr/>
          </p:nvSpPr>
          <p:spPr>
            <a:xfrm>
              <a:off x="3253950" y="1202325"/>
              <a:ext cx="2632800" cy="904500"/>
            </a:xfrm>
            <a:prstGeom prst="snip1Rect">
              <a:avLst>
                <a:gd fmla="val 35102"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18" name="Google Shape;218;p30"/>
            <p:cNvSpPr/>
            <p:nvPr/>
          </p:nvSpPr>
          <p:spPr>
            <a:xfrm rot="-6523">
              <a:off x="5570649"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219" name="Google Shape;219;p30"/>
          <p:cNvSpPr txBox="1"/>
          <p:nvPr>
            <p:ph idx="1" type="subTitle"/>
          </p:nvPr>
        </p:nvSpPr>
        <p:spPr>
          <a:xfrm>
            <a:off x="3257163" y="1202200"/>
            <a:ext cx="2322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20" name="Google Shape;220;p30"/>
          <p:cNvSpPr txBox="1"/>
          <p:nvPr>
            <p:ph idx="2" type="body"/>
          </p:nvPr>
        </p:nvSpPr>
        <p:spPr>
          <a:xfrm>
            <a:off x="3257163" y="1460325"/>
            <a:ext cx="26328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221" name="Google Shape;221;p30"/>
          <p:cNvSpPr/>
          <p:nvPr>
            <p:ph idx="3" type="pic"/>
          </p:nvPr>
        </p:nvSpPr>
        <p:spPr>
          <a:xfrm>
            <a:off x="434125" y="2147825"/>
            <a:ext cx="8275200" cy="2679300"/>
          </a:xfrm>
          <a:prstGeom prst="snip1Rect">
            <a:avLst>
              <a:gd fmla="val 29467" name="adj"/>
            </a:avLst>
          </a:prstGeom>
          <a:noFill/>
          <a:ln>
            <a:noFill/>
          </a:ln>
        </p:spPr>
      </p:sp>
      <p:sp>
        <p:nvSpPr>
          <p:cNvPr id="222" name="Google Shape;222;p30"/>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30"/>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4" name="Google Shape;224;p30"/>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25" name="Google Shape;225;p30"/>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right, long text">
  <p:cSld name="ONE_COLUMN_TEXT_1_1">
    <p:bg>
      <p:bgPr>
        <a:solidFill>
          <a:schemeClr val="lt1"/>
        </a:solidFill>
      </p:bgPr>
    </p:bg>
    <p:spTree>
      <p:nvGrpSpPr>
        <p:cNvPr id="226" name="Shape 226"/>
        <p:cNvGrpSpPr/>
        <p:nvPr/>
      </p:nvGrpSpPr>
      <p:grpSpPr>
        <a:xfrm>
          <a:off x="0" y="0"/>
          <a:ext cx="0" cy="0"/>
          <a:chOff x="0" y="0"/>
          <a:chExt cx="0" cy="0"/>
        </a:xfrm>
      </p:grpSpPr>
      <p:sp>
        <p:nvSpPr>
          <p:cNvPr id="227" name="Google Shape;227;p31"/>
          <p:cNvSpPr/>
          <p:nvPr/>
        </p:nvSpPr>
        <p:spPr>
          <a:xfrm>
            <a:off x="3253825" y="1202325"/>
            <a:ext cx="5453100" cy="904500"/>
          </a:xfrm>
          <a:prstGeom prst="snip1Rect">
            <a:avLst>
              <a:gd fmla="val 35019"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228" name="Google Shape;228;p31"/>
          <p:cNvSpPr txBox="1"/>
          <p:nvPr>
            <p:ph idx="1" type="subTitle"/>
          </p:nvPr>
        </p:nvSpPr>
        <p:spPr>
          <a:xfrm>
            <a:off x="3253950" y="1202200"/>
            <a:ext cx="5136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29" name="Google Shape;229;p31"/>
          <p:cNvSpPr/>
          <p:nvPr>
            <p:ph idx="2" type="pic"/>
          </p:nvPr>
        </p:nvSpPr>
        <p:spPr>
          <a:xfrm>
            <a:off x="434125" y="2147825"/>
            <a:ext cx="8275200" cy="2679300"/>
          </a:xfrm>
          <a:prstGeom prst="snip1Rect">
            <a:avLst>
              <a:gd fmla="val 29467" name="adj"/>
            </a:avLst>
          </a:prstGeom>
          <a:noFill/>
          <a:ln>
            <a:noFill/>
          </a:ln>
        </p:spPr>
      </p:sp>
      <p:sp>
        <p:nvSpPr>
          <p:cNvPr id="230" name="Google Shape;230;p31"/>
          <p:cNvSpPr txBox="1"/>
          <p:nvPr>
            <p:ph idx="3" type="body"/>
          </p:nvPr>
        </p:nvSpPr>
        <p:spPr>
          <a:xfrm>
            <a:off x="3253950" y="1460325"/>
            <a:ext cx="54531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231" name="Google Shape;231;p31"/>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2" name="Google Shape;232;p31"/>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3" name="Google Shape;233;p31"/>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34" name="Google Shape;234;p31"/>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35" name="Google Shape;235;p31"/>
          <p:cNvSpPr/>
          <p:nvPr/>
        </p:nvSpPr>
        <p:spPr>
          <a:xfrm rot="-6523">
            <a:off x="8390811"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Tight"/>
                <a:ea typeface="Inter Tight"/>
                <a:cs typeface="Inter Tight"/>
                <a:sym typeface="Inter Tight"/>
              </a:rPr>
              <a:t> </a:t>
            </a:r>
            <a:endParaRPr>
              <a:solidFill>
                <a:schemeClr val="dk1"/>
              </a:solidFill>
              <a:latin typeface="Inter Tight"/>
              <a:ea typeface="Inter Tight"/>
              <a:cs typeface="Inter Tight"/>
              <a:sym typeface="Inter Tight"/>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
    <p:bg>
      <p:bgPr>
        <a:solidFill>
          <a:schemeClr val="lt1"/>
        </a:solidFill>
      </p:bgPr>
    </p:bg>
    <p:spTree>
      <p:nvGrpSpPr>
        <p:cNvPr id="236" name="Shape 236"/>
        <p:cNvGrpSpPr/>
        <p:nvPr/>
      </p:nvGrpSpPr>
      <p:grpSpPr>
        <a:xfrm>
          <a:off x="0" y="0"/>
          <a:ext cx="0" cy="0"/>
          <a:chOff x="0" y="0"/>
          <a:chExt cx="0" cy="0"/>
        </a:xfrm>
      </p:grpSpPr>
      <p:grpSp>
        <p:nvGrpSpPr>
          <p:cNvPr id="237" name="Google Shape;237;p32"/>
          <p:cNvGrpSpPr/>
          <p:nvPr/>
        </p:nvGrpSpPr>
        <p:grpSpPr>
          <a:xfrm>
            <a:off x="0" y="-444900"/>
            <a:ext cx="9144000" cy="5588500"/>
            <a:chOff x="0" y="-444900"/>
            <a:chExt cx="9144000" cy="5588500"/>
          </a:xfrm>
        </p:grpSpPr>
        <p:grpSp>
          <p:nvGrpSpPr>
            <p:cNvPr id="238" name="Google Shape;238;p32"/>
            <p:cNvGrpSpPr/>
            <p:nvPr/>
          </p:nvGrpSpPr>
          <p:grpSpPr>
            <a:xfrm>
              <a:off x="0" y="100"/>
              <a:ext cx="9144000" cy="5143500"/>
              <a:chOff x="0" y="100"/>
              <a:chExt cx="9144000" cy="5143500"/>
            </a:xfrm>
          </p:grpSpPr>
          <p:sp>
            <p:nvSpPr>
              <p:cNvPr id="239" name="Google Shape;239;p32"/>
              <p:cNvSpPr/>
              <p:nvPr/>
            </p:nvSpPr>
            <p:spPr>
              <a:xfrm>
                <a:off x="0" y="100"/>
                <a:ext cx="9144000" cy="5143500"/>
              </a:xfrm>
              <a:prstGeom prst="snip1Rect">
                <a:avLst>
                  <a:gd fmla="val 40868"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240" name="Google Shape;240;p32"/>
              <p:cNvSpPr/>
              <p:nvPr/>
            </p:nvSpPr>
            <p:spPr>
              <a:xfrm rot="10800000">
                <a:off x="7036475" y="1219850"/>
                <a:ext cx="2107500" cy="186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grpSp>
        <p:sp>
          <p:nvSpPr>
            <p:cNvPr id="241" name="Google Shape;241;p32"/>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42" name="Google Shape;242;p32"/>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32"/>
          <p:cNvSpPr txBox="1"/>
          <p:nvPr>
            <p:ph type="title"/>
          </p:nvPr>
        </p:nvSpPr>
        <p:spPr>
          <a:xfrm>
            <a:off x="2479675" y="1637413"/>
            <a:ext cx="4184700" cy="572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4" name="Google Shape;244;p32"/>
          <p:cNvSpPr txBox="1"/>
          <p:nvPr>
            <p:ph idx="1" type="body"/>
          </p:nvPr>
        </p:nvSpPr>
        <p:spPr>
          <a:xfrm>
            <a:off x="2479675" y="2291377"/>
            <a:ext cx="4184700" cy="2288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245" name="Google Shape;245;p32"/>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46" name="Google Shape;246;p32"/>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2">
  <p:cSld name="MAIN_POINT">
    <p:bg>
      <p:bgPr>
        <a:solidFill>
          <a:schemeClr val="lt1"/>
        </a:solidFill>
      </p:bgPr>
    </p:bg>
    <p:spTree>
      <p:nvGrpSpPr>
        <p:cNvPr id="247" name="Shape 247"/>
        <p:cNvGrpSpPr/>
        <p:nvPr/>
      </p:nvGrpSpPr>
      <p:grpSpPr>
        <a:xfrm>
          <a:off x="0" y="0"/>
          <a:ext cx="0" cy="0"/>
          <a:chOff x="0" y="0"/>
          <a:chExt cx="0" cy="0"/>
        </a:xfrm>
      </p:grpSpPr>
      <p:sp>
        <p:nvSpPr>
          <p:cNvPr id="248" name="Google Shape;248;p33"/>
          <p:cNvSpPr/>
          <p:nvPr>
            <p:ph idx="2" type="pic"/>
          </p:nvPr>
        </p:nvSpPr>
        <p:spPr>
          <a:xfrm rot="300107">
            <a:off x="4903200" y="846465"/>
            <a:ext cx="3950142" cy="3456249"/>
          </a:xfrm>
          <a:prstGeom prst="snip1Rect">
            <a:avLst>
              <a:gd fmla="val 16667" name="adj"/>
            </a:avLst>
          </a:prstGeom>
          <a:noFill/>
          <a:ln>
            <a:noFill/>
          </a:ln>
        </p:spPr>
      </p:sp>
      <p:sp>
        <p:nvSpPr>
          <p:cNvPr id="249" name="Google Shape;249;p33"/>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0" name="Google Shape;250;p33"/>
          <p:cNvSpPr txBox="1"/>
          <p:nvPr>
            <p:ph type="title"/>
          </p:nvPr>
        </p:nvSpPr>
        <p:spPr>
          <a:xfrm>
            <a:off x="333925" y="124953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1" name="Google Shape;251;p33"/>
          <p:cNvSpPr txBox="1"/>
          <p:nvPr>
            <p:ph idx="1" type="body"/>
          </p:nvPr>
        </p:nvSpPr>
        <p:spPr>
          <a:xfrm>
            <a:off x="333925" y="2291390"/>
            <a:ext cx="3662100" cy="1493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52" name="Google Shape;252;p33"/>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53" name="Google Shape;253;p33"/>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3">
  <p:cSld name="MAIN_POINT_1">
    <p:bg>
      <p:bgPr>
        <a:solidFill>
          <a:schemeClr val="lt1"/>
        </a:solidFill>
      </p:bgPr>
    </p:bg>
    <p:spTree>
      <p:nvGrpSpPr>
        <p:cNvPr id="254" name="Shape 254"/>
        <p:cNvGrpSpPr/>
        <p:nvPr/>
      </p:nvGrpSpPr>
      <p:grpSpPr>
        <a:xfrm>
          <a:off x="0" y="0"/>
          <a:ext cx="0" cy="0"/>
          <a:chOff x="0" y="0"/>
          <a:chExt cx="0" cy="0"/>
        </a:xfrm>
      </p:grpSpPr>
      <p:sp>
        <p:nvSpPr>
          <p:cNvPr id="255" name="Google Shape;255;p34"/>
          <p:cNvSpPr/>
          <p:nvPr>
            <p:ph idx="2" type="pic"/>
          </p:nvPr>
        </p:nvSpPr>
        <p:spPr>
          <a:xfrm rot="-300067">
            <a:off x="550589" y="883785"/>
            <a:ext cx="3630622" cy="3658027"/>
          </a:xfrm>
          <a:prstGeom prst="snip1Rect">
            <a:avLst>
              <a:gd fmla="val 16667" name="adj"/>
            </a:avLst>
          </a:prstGeom>
          <a:noFill/>
          <a:ln>
            <a:noFill/>
          </a:ln>
        </p:spPr>
      </p:sp>
      <p:sp>
        <p:nvSpPr>
          <p:cNvPr id="256" name="Google Shape;256;p34"/>
          <p:cNvSpPr txBox="1"/>
          <p:nvPr>
            <p:ph idx="12" type="sldNum"/>
          </p:nvPr>
        </p:nvSpPr>
        <p:spPr>
          <a:xfrm>
            <a:off x="8318025" y="205550"/>
            <a:ext cx="548700" cy="3936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4"/>
          <p:cNvSpPr txBox="1"/>
          <p:nvPr>
            <p:ph type="title"/>
          </p:nvPr>
        </p:nvSpPr>
        <p:spPr>
          <a:xfrm>
            <a:off x="5204625" y="124953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8" name="Google Shape;258;p34"/>
          <p:cNvSpPr txBox="1"/>
          <p:nvPr>
            <p:ph idx="1" type="body"/>
          </p:nvPr>
        </p:nvSpPr>
        <p:spPr>
          <a:xfrm>
            <a:off x="5204625" y="2291390"/>
            <a:ext cx="3662100" cy="1493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59" name="Google Shape;259;p34"/>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60" name="Google Shape;260;p34"/>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descriptions">
  <p:cSld name="SECTION_TITLE_AND_DESCRIPTION">
    <p:bg>
      <p:bgPr>
        <a:solidFill>
          <a:schemeClr val="lt1"/>
        </a:solidFill>
      </p:bgPr>
    </p:bg>
    <p:spTree>
      <p:nvGrpSpPr>
        <p:cNvPr id="261" name="Shape 261"/>
        <p:cNvGrpSpPr/>
        <p:nvPr/>
      </p:nvGrpSpPr>
      <p:grpSpPr>
        <a:xfrm>
          <a:off x="0" y="0"/>
          <a:ext cx="0" cy="0"/>
          <a:chOff x="0" y="0"/>
          <a:chExt cx="0" cy="0"/>
        </a:xfrm>
      </p:grpSpPr>
      <p:sp>
        <p:nvSpPr>
          <p:cNvPr id="262" name="Google Shape;262;p35"/>
          <p:cNvSpPr/>
          <p:nvPr>
            <p:ph idx="2" type="pic"/>
          </p:nvPr>
        </p:nvSpPr>
        <p:spPr>
          <a:xfrm>
            <a:off x="3544863" y="1543050"/>
            <a:ext cx="2057400" cy="2057400"/>
          </a:xfrm>
          <a:prstGeom prst="snip1Rect">
            <a:avLst>
              <a:gd fmla="val 24426" name="adj"/>
            </a:avLst>
          </a:prstGeom>
          <a:noFill/>
          <a:ln>
            <a:noFill/>
          </a:ln>
        </p:spPr>
      </p:sp>
      <p:sp>
        <p:nvSpPr>
          <p:cNvPr id="263" name="Google Shape;263;p35"/>
          <p:cNvSpPr/>
          <p:nvPr>
            <p:ph idx="3" type="pic"/>
          </p:nvPr>
        </p:nvSpPr>
        <p:spPr>
          <a:xfrm>
            <a:off x="6658538" y="1543050"/>
            <a:ext cx="2057400" cy="2057400"/>
          </a:xfrm>
          <a:prstGeom prst="snip1Rect">
            <a:avLst>
              <a:gd fmla="val 24426" name="adj"/>
            </a:avLst>
          </a:prstGeom>
          <a:noFill/>
          <a:ln>
            <a:noFill/>
          </a:ln>
        </p:spPr>
      </p:sp>
      <p:sp>
        <p:nvSpPr>
          <p:cNvPr id="264" name="Google Shape;264;p35"/>
          <p:cNvSpPr/>
          <p:nvPr>
            <p:ph idx="4" type="pic"/>
          </p:nvPr>
        </p:nvSpPr>
        <p:spPr>
          <a:xfrm>
            <a:off x="431200" y="1543050"/>
            <a:ext cx="2057400" cy="2057400"/>
          </a:xfrm>
          <a:prstGeom prst="snip1Rect">
            <a:avLst>
              <a:gd fmla="val 24426" name="adj"/>
            </a:avLst>
          </a:prstGeom>
          <a:noFill/>
          <a:ln>
            <a:noFill/>
          </a:ln>
        </p:spPr>
      </p:sp>
      <p:sp>
        <p:nvSpPr>
          <p:cNvPr id="265" name="Google Shape;265;p35"/>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35"/>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35"/>
          <p:cNvSpPr txBox="1"/>
          <p:nvPr>
            <p:ph idx="1" type="subTitle"/>
          </p:nvPr>
        </p:nvSpPr>
        <p:spPr>
          <a:xfrm>
            <a:off x="381100"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68" name="Google Shape;268;p35"/>
          <p:cNvSpPr txBox="1"/>
          <p:nvPr>
            <p:ph idx="5" type="subTitle"/>
          </p:nvPr>
        </p:nvSpPr>
        <p:spPr>
          <a:xfrm>
            <a:off x="3494775"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69" name="Google Shape;269;p35"/>
          <p:cNvSpPr txBox="1"/>
          <p:nvPr>
            <p:ph idx="6" type="subTitle"/>
          </p:nvPr>
        </p:nvSpPr>
        <p:spPr>
          <a:xfrm>
            <a:off x="6608438"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70" name="Google Shape;270;p35"/>
          <p:cNvSpPr txBox="1"/>
          <p:nvPr>
            <p:ph idx="7"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71" name="Google Shape;271;p35"/>
          <p:cNvSpPr txBox="1"/>
          <p:nvPr>
            <p:ph idx="8"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wo column bullet points">
  <p:cSld name="CAPTION_ONLY">
    <p:bg>
      <p:bgPr>
        <a:solidFill>
          <a:schemeClr val="lt1"/>
        </a:solidFill>
      </p:bgPr>
    </p:bg>
    <p:spTree>
      <p:nvGrpSpPr>
        <p:cNvPr id="272" name="Shape 272"/>
        <p:cNvGrpSpPr/>
        <p:nvPr/>
      </p:nvGrpSpPr>
      <p:grpSpPr>
        <a:xfrm>
          <a:off x="0" y="0"/>
          <a:ext cx="0" cy="0"/>
          <a:chOff x="0" y="0"/>
          <a:chExt cx="0" cy="0"/>
        </a:xfrm>
      </p:grpSpPr>
      <p:grpSp>
        <p:nvGrpSpPr>
          <p:cNvPr id="273" name="Google Shape;273;p36"/>
          <p:cNvGrpSpPr/>
          <p:nvPr/>
        </p:nvGrpSpPr>
        <p:grpSpPr>
          <a:xfrm>
            <a:off x="0" y="-444900"/>
            <a:ext cx="9144000" cy="5588500"/>
            <a:chOff x="0" y="-444900"/>
            <a:chExt cx="9144000" cy="5588500"/>
          </a:xfrm>
        </p:grpSpPr>
        <p:grpSp>
          <p:nvGrpSpPr>
            <p:cNvPr id="274" name="Google Shape;274;p36"/>
            <p:cNvGrpSpPr/>
            <p:nvPr/>
          </p:nvGrpSpPr>
          <p:grpSpPr>
            <a:xfrm>
              <a:off x="0" y="100"/>
              <a:ext cx="9144000" cy="5143500"/>
              <a:chOff x="0" y="100"/>
              <a:chExt cx="9144000" cy="5143500"/>
            </a:xfrm>
          </p:grpSpPr>
          <p:sp>
            <p:nvSpPr>
              <p:cNvPr id="275" name="Google Shape;275;p36"/>
              <p:cNvSpPr/>
              <p:nvPr/>
            </p:nvSpPr>
            <p:spPr>
              <a:xfrm>
                <a:off x="0" y="100"/>
                <a:ext cx="9144000" cy="5143500"/>
              </a:xfrm>
              <a:prstGeom prst="snip1Rect">
                <a:avLst>
                  <a:gd fmla="val 4086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76" name="Google Shape;276;p36"/>
              <p:cNvSpPr/>
              <p:nvPr/>
            </p:nvSpPr>
            <p:spPr>
              <a:xfrm rot="10800000">
                <a:off x="7036475" y="1219850"/>
                <a:ext cx="2107500" cy="186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grpSp>
        <p:sp>
          <p:nvSpPr>
            <p:cNvPr id="277" name="Google Shape;277;p36"/>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78" name="Google Shape;278;p36"/>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9" name="Google Shape;279;p36"/>
          <p:cNvSpPr txBox="1"/>
          <p:nvPr>
            <p:ph type="title"/>
          </p:nvPr>
        </p:nvSpPr>
        <p:spPr>
          <a:xfrm>
            <a:off x="333925" y="124951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80" name="Google Shape;280;p36"/>
          <p:cNvSpPr txBox="1"/>
          <p:nvPr>
            <p:ph idx="1" type="body"/>
          </p:nvPr>
        </p:nvSpPr>
        <p:spPr>
          <a:xfrm>
            <a:off x="333925" y="2291377"/>
            <a:ext cx="3662100" cy="20283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81" name="Google Shape;281;p36"/>
          <p:cNvSpPr txBox="1"/>
          <p:nvPr>
            <p:ph idx="2" type="body"/>
          </p:nvPr>
        </p:nvSpPr>
        <p:spPr>
          <a:xfrm>
            <a:off x="4595076" y="2291377"/>
            <a:ext cx="3662100" cy="20283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82" name="Google Shape;282;p36"/>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83" name="Google Shape;283;p36"/>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eck for understanding">
  <p:cSld name="CAPTION_ONLY_1">
    <p:bg>
      <p:bgPr>
        <a:solidFill>
          <a:schemeClr val="lt1"/>
        </a:solidFill>
      </p:bgPr>
    </p:bg>
    <p:spTree>
      <p:nvGrpSpPr>
        <p:cNvPr id="284" name="Shape 284"/>
        <p:cNvGrpSpPr/>
        <p:nvPr/>
      </p:nvGrpSpPr>
      <p:grpSpPr>
        <a:xfrm>
          <a:off x="0" y="0"/>
          <a:ext cx="0" cy="0"/>
          <a:chOff x="0" y="0"/>
          <a:chExt cx="0" cy="0"/>
        </a:xfrm>
      </p:grpSpPr>
      <p:grpSp>
        <p:nvGrpSpPr>
          <p:cNvPr id="285" name="Google Shape;285;p37"/>
          <p:cNvGrpSpPr/>
          <p:nvPr/>
        </p:nvGrpSpPr>
        <p:grpSpPr>
          <a:xfrm>
            <a:off x="0" y="-444900"/>
            <a:ext cx="9144000" cy="5588500"/>
            <a:chOff x="0" y="-444900"/>
            <a:chExt cx="9144000" cy="5588500"/>
          </a:xfrm>
        </p:grpSpPr>
        <p:sp>
          <p:nvSpPr>
            <p:cNvPr id="286" name="Google Shape;286;p37"/>
            <p:cNvSpPr/>
            <p:nvPr/>
          </p:nvSpPr>
          <p:spPr>
            <a:xfrm>
              <a:off x="0" y="100"/>
              <a:ext cx="9144000" cy="5143500"/>
            </a:xfrm>
            <a:prstGeom prst="snip1Rect">
              <a:avLst>
                <a:gd fmla="val 40868"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87" name="Google Shape;287;p37"/>
            <p:cNvSpPr/>
            <p:nvPr/>
          </p:nvSpPr>
          <p:spPr>
            <a:xfrm rot="10800000">
              <a:off x="7036475" y="1219850"/>
              <a:ext cx="2107500" cy="186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88" name="Google Shape;288;p37"/>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89" name="Google Shape;289;p37"/>
          <p:cNvSpPr txBox="1"/>
          <p:nvPr>
            <p:ph idx="1" type="body"/>
          </p:nvPr>
        </p:nvSpPr>
        <p:spPr>
          <a:xfrm>
            <a:off x="333925" y="3630575"/>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90" name="Google Shape;290;p37"/>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7"/>
          <p:cNvSpPr txBox="1"/>
          <p:nvPr>
            <p:ph type="title"/>
          </p:nvPr>
        </p:nvSpPr>
        <p:spPr>
          <a:xfrm>
            <a:off x="333925" y="124951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2" name="Google Shape;292;p37"/>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93" name="Google Shape;293;p37"/>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94" name="Google Shape;294;p37"/>
          <p:cNvSpPr txBox="1"/>
          <p:nvPr>
            <p:ph idx="4" type="body"/>
          </p:nvPr>
        </p:nvSpPr>
        <p:spPr>
          <a:xfrm>
            <a:off x="333925" y="3184176"/>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95" name="Google Shape;295;p37"/>
          <p:cNvSpPr txBox="1"/>
          <p:nvPr>
            <p:ph idx="5" type="body"/>
          </p:nvPr>
        </p:nvSpPr>
        <p:spPr>
          <a:xfrm>
            <a:off x="333925" y="2737776"/>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96" name="Google Shape;296;p37"/>
          <p:cNvSpPr txBox="1"/>
          <p:nvPr>
            <p:ph idx="6" type="body"/>
          </p:nvPr>
        </p:nvSpPr>
        <p:spPr>
          <a:xfrm>
            <a:off x="333925" y="2291377"/>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ype">
  <p:cSld name="BIG_NUMBER">
    <p:bg>
      <p:bgPr>
        <a:solidFill>
          <a:schemeClr val="lt2"/>
        </a:solidFill>
      </p:bgPr>
    </p:bg>
    <p:spTree>
      <p:nvGrpSpPr>
        <p:cNvPr id="297" name="Shape 297"/>
        <p:cNvGrpSpPr/>
        <p:nvPr/>
      </p:nvGrpSpPr>
      <p:grpSpPr>
        <a:xfrm>
          <a:off x="0" y="0"/>
          <a:ext cx="0" cy="0"/>
          <a:chOff x="0" y="0"/>
          <a:chExt cx="0" cy="0"/>
        </a:xfrm>
      </p:grpSpPr>
      <p:sp>
        <p:nvSpPr>
          <p:cNvPr id="298" name="Google Shape;298;p38"/>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99" name="Google Shape;299;p38"/>
          <p:cNvSpPr txBox="1"/>
          <p:nvPr/>
        </p:nvSpPr>
        <p:spPr>
          <a:xfrm>
            <a:off x="2479675" y="2285400"/>
            <a:ext cx="4184700" cy="5727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None/>
            </a:pPr>
            <a:r>
              <a:rPr lang="en" sz="2800">
                <a:solidFill>
                  <a:schemeClr val="lt1"/>
                </a:solidFill>
                <a:latin typeface="Inter Tight SemiBold"/>
                <a:ea typeface="Inter Tight SemiBold"/>
                <a:cs typeface="Inter Tight SemiBold"/>
                <a:sym typeface="Inter Tight SemiBold"/>
              </a:rPr>
              <a:t>Questions?</a:t>
            </a:r>
            <a:endParaRPr sz="2800">
              <a:solidFill>
                <a:schemeClr val="lt1"/>
              </a:solidFill>
              <a:latin typeface="Inter Tight SemiBold"/>
              <a:ea typeface="Inter Tight SemiBold"/>
              <a:cs typeface="Inter Tight SemiBold"/>
              <a:sym typeface="Inter Tight SemiBold"/>
            </a:endParaRPr>
          </a:p>
        </p:txBody>
      </p:sp>
      <p:grpSp>
        <p:nvGrpSpPr>
          <p:cNvPr id="300" name="Google Shape;300;p38"/>
          <p:cNvGrpSpPr/>
          <p:nvPr/>
        </p:nvGrpSpPr>
        <p:grpSpPr>
          <a:xfrm rot="300150">
            <a:off x="1277165" y="536719"/>
            <a:ext cx="6594752" cy="4068617"/>
            <a:chOff x="1277284" y="536521"/>
            <a:chExt cx="6594691" cy="4068580"/>
          </a:xfrm>
        </p:grpSpPr>
        <p:grpSp>
          <p:nvGrpSpPr>
            <p:cNvPr id="301" name="Google Shape;301;p38"/>
            <p:cNvGrpSpPr/>
            <p:nvPr/>
          </p:nvGrpSpPr>
          <p:grpSpPr>
            <a:xfrm>
              <a:off x="1277284" y="891662"/>
              <a:ext cx="6594077" cy="3357715"/>
              <a:chOff x="1277284" y="891662"/>
              <a:chExt cx="6594077" cy="3357715"/>
            </a:xfrm>
          </p:grpSpPr>
          <p:sp>
            <p:nvSpPr>
              <p:cNvPr id="302" name="Google Shape;302;p38"/>
              <p:cNvSpPr/>
              <p:nvPr/>
            </p:nvSpPr>
            <p:spPr>
              <a:xfrm rot="-2190">
                <a:off x="6458566" y="1876325"/>
                <a:ext cx="1412700" cy="139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303" name="Google Shape;303;p38"/>
              <p:cNvSpPr/>
              <p:nvPr/>
            </p:nvSpPr>
            <p:spPr>
              <a:xfrm flipH="1" rot="-2453">
                <a:off x="1277283" y="893727"/>
                <a:ext cx="4625401" cy="3354000"/>
              </a:xfrm>
              <a:prstGeom prst="snip1Rect">
                <a:avLst>
                  <a:gd fmla="val 4969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304" name="Google Shape;304;p38"/>
              <p:cNvSpPr/>
              <p:nvPr/>
            </p:nvSpPr>
            <p:spPr>
              <a:xfrm flipH="1" rot="10797547">
                <a:off x="3245660" y="893312"/>
                <a:ext cx="4625701" cy="3354000"/>
              </a:xfrm>
              <a:prstGeom prst="snip1Rect">
                <a:avLst>
                  <a:gd fmla="val 4966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305" name="Google Shape;305;p38"/>
              <p:cNvSpPr/>
              <p:nvPr/>
            </p:nvSpPr>
            <p:spPr>
              <a:xfrm rot="-2190">
                <a:off x="1277395" y="1877958"/>
                <a:ext cx="1412700" cy="139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sp>
          <p:nvSpPr>
            <p:cNvPr id="306" name="Google Shape;306;p38"/>
            <p:cNvSpPr/>
            <p:nvPr/>
          </p:nvSpPr>
          <p:spPr>
            <a:xfrm rot="-4517241">
              <a:off x="1416960" y="705331"/>
              <a:ext cx="1386770" cy="13615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sp>
          <p:nvSpPr>
            <p:cNvPr id="307" name="Google Shape;307;p38"/>
            <p:cNvSpPr/>
            <p:nvPr/>
          </p:nvSpPr>
          <p:spPr>
            <a:xfrm rot="6281922">
              <a:off x="6346470" y="3074659"/>
              <a:ext cx="1384510" cy="1363185"/>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grpSp>
      <p:sp>
        <p:nvSpPr>
          <p:cNvPr id="308" name="Google Shape;308;p38"/>
          <p:cNvSpPr txBox="1"/>
          <p:nvPr>
            <p:ph type="title"/>
          </p:nvPr>
        </p:nvSpPr>
        <p:spPr>
          <a:xfrm>
            <a:off x="2479675" y="2285400"/>
            <a:ext cx="41847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9" name="Google Shape;309;p38"/>
          <p:cNvSpPr txBox="1"/>
          <p:nvPr>
            <p:ph idx="1"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310" name="Google Shape;310;p38"/>
          <p:cNvSpPr txBox="1"/>
          <p:nvPr>
            <p:ph idx="2"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type="blank">
  <p:cSld name="BLANK">
    <p:bg>
      <p:bgPr>
        <a:solidFill>
          <a:schemeClr val="lt1"/>
        </a:solidFill>
      </p:bgPr>
    </p:bg>
    <p:spTree>
      <p:nvGrpSpPr>
        <p:cNvPr id="311" name="Shape 311"/>
        <p:cNvGrpSpPr/>
        <p:nvPr/>
      </p:nvGrpSpPr>
      <p:grpSpPr>
        <a:xfrm>
          <a:off x="0" y="0"/>
          <a:ext cx="0" cy="0"/>
          <a:chOff x="0" y="0"/>
          <a:chExt cx="0" cy="0"/>
        </a:xfrm>
      </p:grpSpPr>
      <p:sp>
        <p:nvSpPr>
          <p:cNvPr id="312" name="Google Shape;312;p39"/>
          <p:cNvSpPr txBox="1"/>
          <p:nvPr>
            <p:ph idx="12" type="sldNum"/>
          </p:nvPr>
        </p:nvSpPr>
        <p:spPr>
          <a:xfrm>
            <a:off x="8318025" y="205550"/>
            <a:ext cx="548700" cy="393600"/>
          </a:xfrm>
          <a:prstGeom prst="rect">
            <a:avLst/>
          </a:prstGeom>
        </p:spPr>
        <p:txBody>
          <a:bodyPr anchorCtr="0" anchor="t"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3" name="Google Shape;313;p39"/>
          <p:cNvSpPr txBox="1"/>
          <p:nvPr>
            <p:ph idx="1"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314" name="Google Shape;314;p39"/>
          <p:cNvSpPr txBox="1"/>
          <p:nvPr>
            <p:ph idx="2"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319" name="Shape 319"/>
        <p:cNvGrpSpPr/>
        <p:nvPr/>
      </p:nvGrpSpPr>
      <p:grpSpPr>
        <a:xfrm>
          <a:off x="0" y="0"/>
          <a:ext cx="0" cy="0"/>
          <a:chOff x="0" y="0"/>
          <a:chExt cx="0" cy="0"/>
        </a:xfrm>
      </p:grpSpPr>
      <p:sp>
        <p:nvSpPr>
          <p:cNvPr id="320" name="Google Shape;320;p4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21" name="Google Shape;321;p4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322" name="Google Shape;322;p41"/>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323" name="Shape 323"/>
        <p:cNvGrpSpPr/>
        <p:nvPr/>
      </p:nvGrpSpPr>
      <p:grpSpPr>
        <a:xfrm>
          <a:off x="0" y="0"/>
          <a:ext cx="0" cy="0"/>
          <a:chOff x="0" y="0"/>
          <a:chExt cx="0" cy="0"/>
        </a:xfrm>
      </p:grpSpPr>
      <p:sp>
        <p:nvSpPr>
          <p:cNvPr id="324" name="Google Shape;324;p4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25" name="Google Shape;325;p42"/>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326" name="Shape 326"/>
        <p:cNvGrpSpPr/>
        <p:nvPr/>
      </p:nvGrpSpPr>
      <p:grpSpPr>
        <a:xfrm>
          <a:off x="0" y="0"/>
          <a:ext cx="0" cy="0"/>
          <a:chOff x="0" y="0"/>
          <a:chExt cx="0" cy="0"/>
        </a:xfrm>
      </p:grpSpPr>
      <p:sp>
        <p:nvSpPr>
          <p:cNvPr id="327" name="Google Shape;327;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8" name="Google Shape;328;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29" name="Google Shape;329;p43"/>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330" name="Shape 330"/>
        <p:cNvGrpSpPr/>
        <p:nvPr/>
      </p:nvGrpSpPr>
      <p:grpSpPr>
        <a:xfrm>
          <a:off x="0" y="0"/>
          <a:ext cx="0" cy="0"/>
          <a:chOff x="0" y="0"/>
          <a:chExt cx="0" cy="0"/>
        </a:xfrm>
      </p:grpSpPr>
      <p:sp>
        <p:nvSpPr>
          <p:cNvPr id="331" name="Google Shape;331;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2" name="Google Shape;332;p4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3" name="Google Shape;333;p44"/>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4" name="Google Shape;334;p44"/>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335" name="Shape 335"/>
        <p:cNvGrpSpPr/>
        <p:nvPr/>
      </p:nvGrpSpPr>
      <p:grpSpPr>
        <a:xfrm>
          <a:off x="0" y="0"/>
          <a:ext cx="0" cy="0"/>
          <a:chOff x="0" y="0"/>
          <a:chExt cx="0" cy="0"/>
        </a:xfrm>
      </p:grpSpPr>
      <p:sp>
        <p:nvSpPr>
          <p:cNvPr id="336" name="Google Shape;336;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7" name="Google Shape;337;p45"/>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338" name="Shape 338"/>
        <p:cNvGrpSpPr/>
        <p:nvPr/>
      </p:nvGrpSpPr>
      <p:grpSpPr>
        <a:xfrm>
          <a:off x="0" y="0"/>
          <a:ext cx="0" cy="0"/>
          <a:chOff x="0" y="0"/>
          <a:chExt cx="0" cy="0"/>
        </a:xfrm>
      </p:grpSpPr>
      <p:sp>
        <p:nvSpPr>
          <p:cNvPr id="339" name="Google Shape;339;p4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0" name="Google Shape;340;p4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1" name="Google Shape;341;p46"/>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42" name="Shape 342"/>
        <p:cNvGrpSpPr/>
        <p:nvPr/>
      </p:nvGrpSpPr>
      <p:grpSpPr>
        <a:xfrm>
          <a:off x="0" y="0"/>
          <a:ext cx="0" cy="0"/>
          <a:chOff x="0" y="0"/>
          <a:chExt cx="0" cy="0"/>
        </a:xfrm>
      </p:grpSpPr>
      <p:sp>
        <p:nvSpPr>
          <p:cNvPr id="343" name="Google Shape;343;p4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4" name="Google Shape;344;p47"/>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45" name="Shape 345"/>
        <p:cNvGrpSpPr/>
        <p:nvPr/>
      </p:nvGrpSpPr>
      <p:grpSpPr>
        <a:xfrm>
          <a:off x="0" y="0"/>
          <a:ext cx="0" cy="0"/>
          <a:chOff x="0" y="0"/>
          <a:chExt cx="0" cy="0"/>
        </a:xfrm>
      </p:grpSpPr>
      <p:sp>
        <p:nvSpPr>
          <p:cNvPr id="346" name="Google Shape;346;p4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8" name="Google Shape;348;p4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49" name="Google Shape;349;p4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50" name="Google Shape;350;p48"/>
          <p:cNvSpPr txBox="1"/>
          <p:nvPr>
            <p:ph idx="12" type="sldNum"/>
          </p:nvPr>
        </p:nvSpPr>
        <p:spPr>
          <a:xfrm>
            <a:off x="8472458" y="4663217"/>
            <a:ext cx="548700" cy="393600"/>
          </a:xfrm>
          <a:prstGeom prst="rect">
            <a:avLst/>
          </a:prstGeom>
          <a:noFill/>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351" name="Shape 351"/>
        <p:cNvGrpSpPr/>
        <p:nvPr/>
      </p:nvGrpSpPr>
      <p:grpSpPr>
        <a:xfrm>
          <a:off x="0" y="0"/>
          <a:ext cx="0" cy="0"/>
          <a:chOff x="0" y="0"/>
          <a:chExt cx="0" cy="0"/>
        </a:xfrm>
      </p:grpSpPr>
      <p:sp>
        <p:nvSpPr>
          <p:cNvPr id="352" name="Google Shape;352;p4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700"/>
              <a:buNone/>
              <a:defRPr/>
            </a:lvl1pPr>
          </a:lstStyle>
          <a:p/>
        </p:txBody>
      </p:sp>
      <p:sp>
        <p:nvSpPr>
          <p:cNvPr id="353" name="Google Shape;353;p49"/>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354" name="Shape 354"/>
        <p:cNvGrpSpPr/>
        <p:nvPr/>
      </p:nvGrpSpPr>
      <p:grpSpPr>
        <a:xfrm>
          <a:off x="0" y="0"/>
          <a:ext cx="0" cy="0"/>
          <a:chOff x="0" y="0"/>
          <a:chExt cx="0" cy="0"/>
        </a:xfrm>
      </p:grpSpPr>
      <p:sp>
        <p:nvSpPr>
          <p:cNvPr id="355" name="Google Shape;355;p5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56" name="Google Shape;356;p50"/>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36550" lvl="0" marL="457200" algn="ctr">
              <a:spcBef>
                <a:spcPts val="0"/>
              </a:spcBef>
              <a:spcAft>
                <a:spcPts val="0"/>
              </a:spcAft>
              <a:buSzPts val="1700"/>
              <a:buChar char="●"/>
              <a:defRPr/>
            </a:lvl1pPr>
            <a:lvl2pPr indent="-323850" lvl="1" marL="914400" algn="ctr">
              <a:spcBef>
                <a:spcPts val="0"/>
              </a:spcBef>
              <a:spcAft>
                <a:spcPts val="0"/>
              </a:spcAft>
              <a:buSzPts val="1500"/>
              <a:buChar char="○"/>
              <a:defRPr/>
            </a:lvl2pPr>
            <a:lvl3pPr indent="-317500" lvl="2" marL="1371600" algn="ctr">
              <a:spcBef>
                <a:spcPts val="0"/>
              </a:spcBef>
              <a:spcAft>
                <a:spcPts val="0"/>
              </a:spcAft>
              <a:buSzPts val="1400"/>
              <a:buChar char="■"/>
              <a:defRPr/>
            </a:lvl3pPr>
            <a:lvl4pPr indent="-311150" lvl="3" marL="1828800" algn="ctr">
              <a:spcBef>
                <a:spcPts val="0"/>
              </a:spcBef>
              <a:spcAft>
                <a:spcPts val="0"/>
              </a:spcAft>
              <a:buSzPts val="1300"/>
              <a:buChar char="●"/>
              <a:defRPr/>
            </a:lvl4pPr>
            <a:lvl5pPr indent="-304800" lvl="4" marL="2286000" algn="ctr">
              <a:spcBef>
                <a:spcPts val="0"/>
              </a:spcBef>
              <a:spcAft>
                <a:spcPts val="0"/>
              </a:spcAft>
              <a:buSzPts val="1200"/>
              <a:buChar char="○"/>
              <a:defRPr/>
            </a:lvl5pPr>
            <a:lvl6pPr indent="-298450" lvl="5" marL="2743200" algn="ctr">
              <a:spcBef>
                <a:spcPts val="0"/>
              </a:spcBef>
              <a:spcAft>
                <a:spcPts val="0"/>
              </a:spcAft>
              <a:buSzPts val="1100"/>
              <a:buChar char="■"/>
              <a:defRPr/>
            </a:lvl6pPr>
            <a:lvl7pPr indent="-292100" lvl="6" marL="3200400" algn="ctr">
              <a:spcBef>
                <a:spcPts val="0"/>
              </a:spcBef>
              <a:spcAft>
                <a:spcPts val="0"/>
              </a:spcAft>
              <a:buSzPts val="1000"/>
              <a:buChar char="●"/>
              <a:defRPr/>
            </a:lvl7pPr>
            <a:lvl8pPr indent="-285750" lvl="7" marL="3657600" algn="ctr">
              <a:spcBef>
                <a:spcPts val="0"/>
              </a:spcBef>
              <a:spcAft>
                <a:spcPts val="0"/>
              </a:spcAft>
              <a:buSzPts val="900"/>
              <a:buChar char="○"/>
              <a:defRPr/>
            </a:lvl8pPr>
            <a:lvl9pPr indent="-279400" lvl="8" marL="4114800" algn="ctr">
              <a:spcBef>
                <a:spcPts val="0"/>
              </a:spcBef>
              <a:spcAft>
                <a:spcPts val="0"/>
              </a:spcAft>
              <a:buSzPts val="800"/>
              <a:buChar char="■"/>
              <a:defRPr/>
            </a:lvl9pPr>
          </a:lstStyle>
          <a:p/>
        </p:txBody>
      </p:sp>
      <p:sp>
        <p:nvSpPr>
          <p:cNvPr id="357" name="Google Shape;357;p50"/>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358" name="Shape 358"/>
        <p:cNvGrpSpPr/>
        <p:nvPr/>
      </p:nvGrpSpPr>
      <p:grpSpPr>
        <a:xfrm>
          <a:off x="0" y="0"/>
          <a:ext cx="0" cy="0"/>
          <a:chOff x="0" y="0"/>
          <a:chExt cx="0" cy="0"/>
        </a:xfrm>
      </p:grpSpPr>
      <p:sp>
        <p:nvSpPr>
          <p:cNvPr id="359" name="Google Shape;359;p51"/>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360" name="Shape 360"/>
        <p:cNvGrpSpPr/>
        <p:nvPr/>
      </p:nvGrpSpPr>
      <p:grpSpPr>
        <a:xfrm>
          <a:off x="0" y="0"/>
          <a:ext cx="0" cy="0"/>
          <a:chOff x="0" y="0"/>
          <a:chExt cx="0" cy="0"/>
        </a:xfrm>
      </p:grpSpPr>
      <p:sp>
        <p:nvSpPr>
          <p:cNvPr id="361" name="Google Shape;361;p52"/>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2" name="Google Shape;362;p52"/>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363" name="Google Shape;363;p52"/>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4" name="Google Shape;364;p52"/>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52"/>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52"/>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52"/>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52"/>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369" name="Shape 369"/>
        <p:cNvGrpSpPr/>
        <p:nvPr/>
      </p:nvGrpSpPr>
      <p:grpSpPr>
        <a:xfrm>
          <a:off x="0" y="0"/>
          <a:ext cx="0" cy="0"/>
          <a:chOff x="0" y="0"/>
          <a:chExt cx="0" cy="0"/>
        </a:xfrm>
      </p:grpSpPr>
      <p:sp>
        <p:nvSpPr>
          <p:cNvPr id="370" name="Google Shape;370;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53"/>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72" name="Google Shape;372;p53"/>
          <p:cNvSpPr/>
          <p:nvPr>
            <p:ph idx="2" type="pic"/>
          </p:nvPr>
        </p:nvSpPr>
        <p:spPr>
          <a:xfrm>
            <a:off x="4992024" y="1152775"/>
            <a:ext cx="3840300" cy="3416400"/>
          </a:xfrm>
          <a:prstGeom prst="rect">
            <a:avLst/>
          </a:prstGeom>
          <a:noFill/>
          <a:ln>
            <a:noFill/>
          </a:ln>
        </p:spPr>
      </p:sp>
      <p:sp>
        <p:nvSpPr>
          <p:cNvPr id="373" name="Google Shape;373;p53"/>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2">
    <p:spTree>
      <p:nvGrpSpPr>
        <p:cNvPr id="374" name="Shape 374"/>
        <p:cNvGrpSpPr/>
        <p:nvPr/>
      </p:nvGrpSpPr>
      <p:grpSpPr>
        <a:xfrm>
          <a:off x="0" y="0"/>
          <a:ext cx="0" cy="0"/>
          <a:chOff x="0" y="0"/>
          <a:chExt cx="0" cy="0"/>
        </a:xfrm>
      </p:grpSpPr>
      <p:sp>
        <p:nvSpPr>
          <p:cNvPr id="375" name="Google Shape;375;p54"/>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376" name="Google Shape;376;p5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7" name="Google Shape;377;p54"/>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78" name="Google Shape;378;p54"/>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79" name="Google Shape;379;p54"/>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54"/>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381" name="Shape 381"/>
        <p:cNvGrpSpPr/>
        <p:nvPr/>
      </p:nvGrpSpPr>
      <p:grpSpPr>
        <a:xfrm>
          <a:off x="0" y="0"/>
          <a:ext cx="0" cy="0"/>
          <a:chOff x="0" y="0"/>
          <a:chExt cx="0" cy="0"/>
        </a:xfrm>
      </p:grpSpPr>
      <p:sp>
        <p:nvSpPr>
          <p:cNvPr id="382" name="Google Shape;382;p55"/>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383" name="Google Shape;383;p55"/>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84" name="Google Shape;384;p55"/>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85" name="Google Shape;385;p55"/>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86" name="Google Shape;386;p5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7" name="Google Shape;387;p55"/>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55"/>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9" name="Google Shape;389;p55"/>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390" name="Shape 390"/>
        <p:cNvGrpSpPr/>
        <p:nvPr/>
      </p:nvGrpSpPr>
      <p:grpSpPr>
        <a:xfrm>
          <a:off x="0" y="0"/>
          <a:ext cx="0" cy="0"/>
          <a:chOff x="0" y="0"/>
          <a:chExt cx="0" cy="0"/>
        </a:xfrm>
      </p:grpSpPr>
      <p:sp>
        <p:nvSpPr>
          <p:cNvPr id="391" name="Google Shape;391;p56"/>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392" name="Google Shape;392;p56"/>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93" name="Google Shape;393;p56"/>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94" name="Google Shape;394;p56"/>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95" name="Google Shape;395;p56"/>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298450" lvl="5" marL="2743200">
              <a:spcBef>
                <a:spcPts val="0"/>
              </a:spcBef>
              <a:spcAft>
                <a:spcPts val="0"/>
              </a:spcAft>
              <a:buSzPts val="1100"/>
              <a:buChar char="■"/>
              <a:defRPr/>
            </a:lvl6pPr>
            <a:lvl7pPr indent="-292100" lvl="6" marL="3200400">
              <a:spcBef>
                <a:spcPts val="0"/>
              </a:spcBef>
              <a:spcAft>
                <a:spcPts val="0"/>
              </a:spcAft>
              <a:buSzPts val="1000"/>
              <a:buChar char="●"/>
              <a:defRPr/>
            </a:lvl7pPr>
            <a:lvl8pPr indent="-285750" lvl="7" marL="3657600">
              <a:spcBef>
                <a:spcPts val="0"/>
              </a:spcBef>
              <a:spcAft>
                <a:spcPts val="0"/>
              </a:spcAft>
              <a:buSzPts val="900"/>
              <a:buChar char="○"/>
              <a:defRPr/>
            </a:lvl8pPr>
            <a:lvl9pPr indent="-279400" lvl="8" marL="4114800">
              <a:spcBef>
                <a:spcPts val="0"/>
              </a:spcBef>
              <a:spcAft>
                <a:spcPts val="0"/>
              </a:spcAft>
              <a:buSzPts val="800"/>
              <a:buChar char="■"/>
              <a:defRPr/>
            </a:lvl9pPr>
          </a:lstStyle>
          <a:p/>
        </p:txBody>
      </p:sp>
      <p:sp>
        <p:nvSpPr>
          <p:cNvPr id="396" name="Google Shape;396;p56"/>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7" name="Google Shape;397;p56"/>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56"/>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56"/>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56"/>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401" name="Shape 401"/>
        <p:cNvGrpSpPr/>
        <p:nvPr/>
      </p:nvGrpSpPr>
      <p:grpSpPr>
        <a:xfrm>
          <a:off x="0" y="0"/>
          <a:ext cx="0" cy="0"/>
          <a:chOff x="0" y="0"/>
          <a:chExt cx="0" cy="0"/>
        </a:xfrm>
      </p:grpSpPr>
      <p:sp>
        <p:nvSpPr>
          <p:cNvPr id="402" name="Google Shape;402;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57"/>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404" name="Google Shape;404;p57"/>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405" name="Shape 405"/>
        <p:cNvGrpSpPr/>
        <p:nvPr/>
      </p:nvGrpSpPr>
      <p:grpSpPr>
        <a:xfrm>
          <a:off x="0" y="0"/>
          <a:ext cx="0" cy="0"/>
          <a:chOff x="0" y="0"/>
          <a:chExt cx="0" cy="0"/>
        </a:xfrm>
      </p:grpSpPr>
      <p:sp>
        <p:nvSpPr>
          <p:cNvPr id="406" name="Google Shape;406;p58"/>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7" name="Google Shape;407;p58"/>
          <p:cNvSpPr/>
          <p:nvPr>
            <p:ph idx="2" type="pic"/>
          </p:nvPr>
        </p:nvSpPr>
        <p:spPr>
          <a:xfrm>
            <a:off x="4804825" y="1133300"/>
            <a:ext cx="4027500" cy="2392800"/>
          </a:xfrm>
          <a:prstGeom prst="rect">
            <a:avLst/>
          </a:prstGeom>
          <a:noFill/>
          <a:ln>
            <a:noFill/>
          </a:ln>
        </p:spPr>
      </p:sp>
      <p:sp>
        <p:nvSpPr>
          <p:cNvPr id="408" name="Google Shape;408;p58"/>
          <p:cNvSpPr/>
          <p:nvPr>
            <p:ph idx="3" type="pic"/>
          </p:nvPr>
        </p:nvSpPr>
        <p:spPr>
          <a:xfrm>
            <a:off x="311725" y="1133300"/>
            <a:ext cx="4027500" cy="2392800"/>
          </a:xfrm>
          <a:prstGeom prst="rect">
            <a:avLst/>
          </a:prstGeom>
          <a:noFill/>
          <a:ln>
            <a:noFill/>
          </a:ln>
        </p:spPr>
      </p:sp>
      <p:sp>
        <p:nvSpPr>
          <p:cNvPr id="409" name="Google Shape;409;p58"/>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0" name="Google Shape;410;p58"/>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411" name="Google Shape;411;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2" name="Google Shape;412;p58"/>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3" name="Google Shape;413;p58"/>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414" name="Shape 414"/>
        <p:cNvGrpSpPr/>
        <p:nvPr/>
      </p:nvGrpSpPr>
      <p:grpSpPr>
        <a:xfrm>
          <a:off x="0" y="0"/>
          <a:ext cx="0" cy="0"/>
          <a:chOff x="0" y="0"/>
          <a:chExt cx="0" cy="0"/>
        </a:xfrm>
      </p:grpSpPr>
      <p:sp>
        <p:nvSpPr>
          <p:cNvPr id="415" name="Google Shape;415;p59"/>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6" name="Google Shape;416;p59"/>
          <p:cNvSpPr/>
          <p:nvPr>
            <p:ph idx="2" type="pic"/>
          </p:nvPr>
        </p:nvSpPr>
        <p:spPr>
          <a:xfrm>
            <a:off x="6205225" y="1128325"/>
            <a:ext cx="2627100" cy="2273100"/>
          </a:xfrm>
          <a:prstGeom prst="rect">
            <a:avLst/>
          </a:prstGeom>
          <a:noFill/>
          <a:ln>
            <a:noFill/>
          </a:ln>
        </p:spPr>
      </p:sp>
      <p:sp>
        <p:nvSpPr>
          <p:cNvPr id="417" name="Google Shape;417;p59"/>
          <p:cNvSpPr/>
          <p:nvPr>
            <p:ph idx="3" type="pic"/>
          </p:nvPr>
        </p:nvSpPr>
        <p:spPr>
          <a:xfrm>
            <a:off x="311725" y="1128325"/>
            <a:ext cx="2627100" cy="2273100"/>
          </a:xfrm>
          <a:prstGeom prst="rect">
            <a:avLst/>
          </a:prstGeom>
          <a:noFill/>
          <a:ln>
            <a:noFill/>
          </a:ln>
        </p:spPr>
      </p:sp>
      <p:sp>
        <p:nvSpPr>
          <p:cNvPr id="418" name="Google Shape;418;p59"/>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9" name="Google Shape;419;p59"/>
          <p:cNvSpPr/>
          <p:nvPr>
            <p:ph idx="5" type="pic"/>
          </p:nvPr>
        </p:nvSpPr>
        <p:spPr>
          <a:xfrm>
            <a:off x="3255250" y="1128325"/>
            <a:ext cx="2627100" cy="2273100"/>
          </a:xfrm>
          <a:prstGeom prst="rect">
            <a:avLst/>
          </a:prstGeom>
          <a:noFill/>
          <a:ln>
            <a:noFill/>
          </a:ln>
        </p:spPr>
      </p:sp>
      <p:sp>
        <p:nvSpPr>
          <p:cNvPr id="420" name="Google Shape;420;p59"/>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1" name="Google Shape;421;p59"/>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422" name="Google Shape;42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3" name="Google Shape;423;p59"/>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4" name="Google Shape;424;p59"/>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5" name="Google Shape;425;p59"/>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426" name="Shape 426"/>
        <p:cNvGrpSpPr/>
        <p:nvPr/>
      </p:nvGrpSpPr>
      <p:grpSpPr>
        <a:xfrm>
          <a:off x="0" y="0"/>
          <a:ext cx="0" cy="0"/>
          <a:chOff x="0" y="0"/>
          <a:chExt cx="0" cy="0"/>
        </a:xfrm>
      </p:grpSpPr>
      <p:sp>
        <p:nvSpPr>
          <p:cNvPr id="427" name="Google Shape;427;p60"/>
          <p:cNvSpPr/>
          <p:nvPr>
            <p:ph idx="2" type="pic"/>
          </p:nvPr>
        </p:nvSpPr>
        <p:spPr>
          <a:xfrm>
            <a:off x="311700" y="445025"/>
            <a:ext cx="8520600" cy="4218300"/>
          </a:xfrm>
          <a:prstGeom prst="rect">
            <a:avLst/>
          </a:prstGeom>
          <a:noFill/>
          <a:ln>
            <a:noFill/>
          </a:ln>
        </p:spPr>
      </p:sp>
      <p:sp>
        <p:nvSpPr>
          <p:cNvPr id="428" name="Google Shape;428;p60"/>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429" name="Shape 429"/>
        <p:cNvGrpSpPr/>
        <p:nvPr/>
      </p:nvGrpSpPr>
      <p:grpSpPr>
        <a:xfrm>
          <a:off x="0" y="0"/>
          <a:ext cx="0" cy="0"/>
          <a:chOff x="0" y="0"/>
          <a:chExt cx="0" cy="0"/>
        </a:xfrm>
      </p:grpSpPr>
      <p:sp>
        <p:nvSpPr>
          <p:cNvPr id="430" name="Google Shape;430;p61"/>
          <p:cNvSpPr txBox="1"/>
          <p:nvPr>
            <p:ph idx="12" type="sldNum"/>
          </p:nvPr>
        </p:nvSpPr>
        <p:spPr>
          <a:xfrm>
            <a:off x="8472458" y="4663217"/>
            <a:ext cx="548700" cy="393600"/>
          </a:xfrm>
          <a:prstGeom prst="rect">
            <a:avLst/>
          </a:prstGeom>
        </p:spPr>
        <p:txBody>
          <a:bodyPr anchorCtr="0" anchor="ctr" bIns="91425"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431" name="Google Shape;431;p61"/>
          <p:cNvSpPr/>
          <p:nvPr>
            <p:ph idx="2" type="pic"/>
          </p:nvPr>
        </p:nvSpPr>
        <p:spPr>
          <a:xfrm>
            <a:off x="3389600" y="118913"/>
            <a:ext cx="1643700" cy="1535100"/>
          </a:xfrm>
          <a:prstGeom prst="rect">
            <a:avLst/>
          </a:prstGeom>
          <a:noFill/>
          <a:ln>
            <a:noFill/>
          </a:ln>
        </p:spPr>
      </p:sp>
      <p:sp>
        <p:nvSpPr>
          <p:cNvPr id="432" name="Google Shape;432;p61"/>
          <p:cNvSpPr/>
          <p:nvPr>
            <p:ph idx="3" type="pic"/>
          </p:nvPr>
        </p:nvSpPr>
        <p:spPr>
          <a:xfrm>
            <a:off x="5195935" y="118913"/>
            <a:ext cx="1643700" cy="1535100"/>
          </a:xfrm>
          <a:prstGeom prst="rect">
            <a:avLst/>
          </a:prstGeom>
          <a:noFill/>
          <a:ln>
            <a:noFill/>
          </a:ln>
        </p:spPr>
      </p:sp>
      <p:sp>
        <p:nvSpPr>
          <p:cNvPr id="433" name="Google Shape;433;p61"/>
          <p:cNvSpPr/>
          <p:nvPr>
            <p:ph idx="4" type="pic"/>
          </p:nvPr>
        </p:nvSpPr>
        <p:spPr>
          <a:xfrm>
            <a:off x="7002270" y="118913"/>
            <a:ext cx="1643700" cy="1535100"/>
          </a:xfrm>
          <a:prstGeom prst="rect">
            <a:avLst/>
          </a:prstGeom>
          <a:noFill/>
          <a:ln>
            <a:noFill/>
          </a:ln>
        </p:spPr>
      </p:sp>
      <p:sp>
        <p:nvSpPr>
          <p:cNvPr id="434" name="Google Shape;434;p61"/>
          <p:cNvSpPr/>
          <p:nvPr>
            <p:ph idx="5" type="pic"/>
          </p:nvPr>
        </p:nvSpPr>
        <p:spPr>
          <a:xfrm>
            <a:off x="3389588" y="1804212"/>
            <a:ext cx="1643700" cy="1535100"/>
          </a:xfrm>
          <a:prstGeom prst="rect">
            <a:avLst/>
          </a:prstGeom>
          <a:noFill/>
          <a:ln>
            <a:noFill/>
          </a:ln>
        </p:spPr>
      </p:sp>
      <p:sp>
        <p:nvSpPr>
          <p:cNvPr id="435" name="Google Shape;435;p61"/>
          <p:cNvSpPr/>
          <p:nvPr>
            <p:ph idx="6" type="pic"/>
          </p:nvPr>
        </p:nvSpPr>
        <p:spPr>
          <a:xfrm>
            <a:off x="5195922" y="1804212"/>
            <a:ext cx="1643700" cy="1535100"/>
          </a:xfrm>
          <a:prstGeom prst="rect">
            <a:avLst/>
          </a:prstGeom>
          <a:noFill/>
          <a:ln>
            <a:noFill/>
          </a:ln>
        </p:spPr>
      </p:sp>
      <p:sp>
        <p:nvSpPr>
          <p:cNvPr id="436" name="Google Shape;436;p61"/>
          <p:cNvSpPr/>
          <p:nvPr>
            <p:ph idx="7" type="pic"/>
          </p:nvPr>
        </p:nvSpPr>
        <p:spPr>
          <a:xfrm>
            <a:off x="7002257" y="1804212"/>
            <a:ext cx="1643700" cy="1535100"/>
          </a:xfrm>
          <a:prstGeom prst="rect">
            <a:avLst/>
          </a:prstGeom>
          <a:noFill/>
          <a:ln>
            <a:noFill/>
          </a:ln>
        </p:spPr>
      </p:sp>
      <p:sp>
        <p:nvSpPr>
          <p:cNvPr id="437" name="Google Shape;437;p61"/>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8" name="Google Shape;438;p61"/>
          <p:cNvSpPr/>
          <p:nvPr>
            <p:ph idx="8" type="pic"/>
          </p:nvPr>
        </p:nvSpPr>
        <p:spPr>
          <a:xfrm>
            <a:off x="3389588" y="3489487"/>
            <a:ext cx="1643700" cy="1535100"/>
          </a:xfrm>
          <a:prstGeom prst="rect">
            <a:avLst/>
          </a:prstGeom>
          <a:noFill/>
          <a:ln>
            <a:noFill/>
          </a:ln>
        </p:spPr>
      </p:sp>
      <p:sp>
        <p:nvSpPr>
          <p:cNvPr id="439" name="Google Shape;439;p61"/>
          <p:cNvSpPr/>
          <p:nvPr>
            <p:ph idx="9" type="pic"/>
          </p:nvPr>
        </p:nvSpPr>
        <p:spPr>
          <a:xfrm>
            <a:off x="5195922" y="3489487"/>
            <a:ext cx="1643700" cy="1535100"/>
          </a:xfrm>
          <a:prstGeom prst="rect">
            <a:avLst/>
          </a:prstGeom>
          <a:noFill/>
          <a:ln>
            <a:noFill/>
          </a:ln>
        </p:spPr>
      </p:sp>
      <p:sp>
        <p:nvSpPr>
          <p:cNvPr id="440" name="Google Shape;440;p61"/>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Roadmap" type="title">
  <p:cSld name="TITLE">
    <p:bg>
      <p:bgPr>
        <a:solidFill>
          <a:schemeClr val="accent3"/>
        </a:solidFill>
      </p:bgPr>
    </p:bg>
    <p:spTree>
      <p:nvGrpSpPr>
        <p:cNvPr id="441" name="Shape 441"/>
        <p:cNvGrpSpPr/>
        <p:nvPr/>
      </p:nvGrpSpPr>
      <p:grpSpPr>
        <a:xfrm>
          <a:off x="0" y="0"/>
          <a:ext cx="0" cy="0"/>
          <a:chOff x="0" y="0"/>
          <a:chExt cx="0" cy="0"/>
        </a:xfrm>
      </p:grpSpPr>
      <p:sp>
        <p:nvSpPr>
          <p:cNvPr id="442" name="Google Shape;442;p62"/>
          <p:cNvSpPr txBox="1"/>
          <p:nvPr>
            <p:ph idx="12" type="sldNum"/>
          </p:nvPr>
        </p:nvSpPr>
        <p:spPr>
          <a:xfrm>
            <a:off x="8359800" y="4851000"/>
            <a:ext cx="261300" cy="292500"/>
          </a:xfrm>
          <a:prstGeom prst="rect">
            <a:avLst/>
          </a:prstGeom>
        </p:spPr>
        <p:txBody>
          <a:bodyPr anchorCtr="0" anchor="ctr" bIns="91425" lIns="0" spcFirstLastPara="1" rIns="0" wrap="square" tIns="0">
            <a:noAutofit/>
          </a:bodyPr>
          <a:lstStyle>
            <a:lvl1pPr lvl="0" rtl="0" algn="ctr">
              <a:buNone/>
              <a:defRPr/>
            </a:lvl1pPr>
            <a:lvl2pPr lvl="1" rtl="0" algn="ctr">
              <a:buNone/>
              <a:defRPr/>
            </a:lvl2pPr>
            <a:lvl3pPr lvl="2" rtl="0" algn="ctr">
              <a:buNone/>
              <a:defRPr/>
            </a:lvl3pPr>
            <a:lvl4pPr lvl="3" rtl="0" algn="ctr">
              <a:buNone/>
              <a:defRPr/>
            </a:lvl4pPr>
            <a:lvl5pPr lvl="4" rtl="0" algn="ctr">
              <a:buNone/>
              <a:defRPr/>
            </a:lvl5pPr>
            <a:lvl6pPr lvl="5" rtl="0" algn="ctr">
              <a:buNone/>
              <a:defRPr/>
            </a:lvl6pPr>
            <a:lvl7pPr lvl="6" rtl="0" algn="ctr">
              <a:buNone/>
              <a:defRPr/>
            </a:lvl7pPr>
            <a:lvl8pPr lvl="7" rtl="0" algn="ctr">
              <a:buNone/>
              <a:defRPr/>
            </a:lvl8pPr>
            <a:lvl9pPr lvl="8" rtl="0" algn="ctr">
              <a:buNone/>
              <a:defRPr/>
            </a:lvl9pPr>
          </a:lstStyle>
          <a:p>
            <a:pPr indent="0" lvl="0" marL="0" rtl="0" algn="ctr">
              <a:spcBef>
                <a:spcPts val="0"/>
              </a:spcBef>
              <a:spcAft>
                <a:spcPts val="0"/>
              </a:spcAft>
              <a:buNone/>
            </a:pPr>
            <a:fld id="{00000000-1234-1234-1234-123412341234}" type="slidenum">
              <a:rPr lang="en"/>
              <a:t>‹#›</a:t>
            </a:fld>
            <a:endParaRPr/>
          </a:p>
        </p:txBody>
      </p:sp>
      <p:sp>
        <p:nvSpPr>
          <p:cNvPr id="443" name="Google Shape;443;p62"/>
          <p:cNvSpPr txBox="1"/>
          <p:nvPr>
            <p:ph type="title"/>
          </p:nvPr>
        </p:nvSpPr>
        <p:spPr>
          <a:xfrm>
            <a:off x="303700" y="355500"/>
            <a:ext cx="8421600" cy="11961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Clr>
                <a:schemeClr val="dk1"/>
              </a:buClr>
              <a:buSzPts val="8000"/>
              <a:buNone/>
              <a:defRPr sz="8000">
                <a:solidFill>
                  <a:schemeClr val="dk1"/>
                </a:solidFill>
                <a:latin typeface="Lexend"/>
                <a:ea typeface="Lexend"/>
                <a:cs typeface="Lexend"/>
                <a:sym typeface="Lexend"/>
              </a:defRPr>
            </a:lvl1pPr>
            <a:lvl2pPr lvl="1">
              <a:lnSpc>
                <a:spcPct val="70000"/>
              </a:lnSpc>
              <a:spcBef>
                <a:spcPts val="0"/>
              </a:spcBef>
              <a:spcAft>
                <a:spcPts val="0"/>
              </a:spcAft>
              <a:buClr>
                <a:schemeClr val="dk1"/>
              </a:buClr>
              <a:buSzPts val="8000"/>
              <a:buNone/>
              <a:defRPr sz="8000">
                <a:solidFill>
                  <a:schemeClr val="dk1"/>
                </a:solidFill>
              </a:defRPr>
            </a:lvl2pPr>
            <a:lvl3pPr lvl="2">
              <a:lnSpc>
                <a:spcPct val="70000"/>
              </a:lnSpc>
              <a:spcBef>
                <a:spcPts val="0"/>
              </a:spcBef>
              <a:spcAft>
                <a:spcPts val="0"/>
              </a:spcAft>
              <a:buClr>
                <a:schemeClr val="dk1"/>
              </a:buClr>
              <a:buSzPts val="8000"/>
              <a:buNone/>
              <a:defRPr sz="8000">
                <a:solidFill>
                  <a:schemeClr val="dk1"/>
                </a:solidFill>
              </a:defRPr>
            </a:lvl3pPr>
            <a:lvl4pPr lvl="3">
              <a:lnSpc>
                <a:spcPct val="70000"/>
              </a:lnSpc>
              <a:spcBef>
                <a:spcPts val="0"/>
              </a:spcBef>
              <a:spcAft>
                <a:spcPts val="0"/>
              </a:spcAft>
              <a:buClr>
                <a:schemeClr val="dk1"/>
              </a:buClr>
              <a:buSzPts val="8000"/>
              <a:buNone/>
              <a:defRPr sz="8000">
                <a:solidFill>
                  <a:schemeClr val="dk1"/>
                </a:solidFill>
              </a:defRPr>
            </a:lvl4pPr>
            <a:lvl5pPr lvl="4">
              <a:lnSpc>
                <a:spcPct val="70000"/>
              </a:lnSpc>
              <a:spcBef>
                <a:spcPts val="0"/>
              </a:spcBef>
              <a:spcAft>
                <a:spcPts val="0"/>
              </a:spcAft>
              <a:buClr>
                <a:schemeClr val="dk1"/>
              </a:buClr>
              <a:buSzPts val="8000"/>
              <a:buNone/>
              <a:defRPr sz="8000">
                <a:solidFill>
                  <a:schemeClr val="dk1"/>
                </a:solidFill>
              </a:defRPr>
            </a:lvl5pPr>
            <a:lvl6pPr lvl="5">
              <a:lnSpc>
                <a:spcPct val="70000"/>
              </a:lnSpc>
              <a:spcBef>
                <a:spcPts val="0"/>
              </a:spcBef>
              <a:spcAft>
                <a:spcPts val="0"/>
              </a:spcAft>
              <a:buClr>
                <a:schemeClr val="dk1"/>
              </a:buClr>
              <a:buSzPts val="8000"/>
              <a:buNone/>
              <a:defRPr sz="8000">
                <a:solidFill>
                  <a:schemeClr val="dk1"/>
                </a:solidFill>
              </a:defRPr>
            </a:lvl6pPr>
            <a:lvl7pPr lvl="6">
              <a:lnSpc>
                <a:spcPct val="70000"/>
              </a:lnSpc>
              <a:spcBef>
                <a:spcPts val="0"/>
              </a:spcBef>
              <a:spcAft>
                <a:spcPts val="0"/>
              </a:spcAft>
              <a:buClr>
                <a:schemeClr val="dk1"/>
              </a:buClr>
              <a:buSzPts val="8000"/>
              <a:buNone/>
              <a:defRPr sz="8000">
                <a:solidFill>
                  <a:schemeClr val="dk1"/>
                </a:solidFill>
              </a:defRPr>
            </a:lvl7pPr>
            <a:lvl8pPr lvl="7">
              <a:lnSpc>
                <a:spcPct val="70000"/>
              </a:lnSpc>
              <a:spcBef>
                <a:spcPts val="0"/>
              </a:spcBef>
              <a:spcAft>
                <a:spcPts val="0"/>
              </a:spcAft>
              <a:buClr>
                <a:schemeClr val="dk1"/>
              </a:buClr>
              <a:buSzPts val="8000"/>
              <a:buNone/>
              <a:defRPr sz="8000">
                <a:solidFill>
                  <a:schemeClr val="dk1"/>
                </a:solidFill>
              </a:defRPr>
            </a:lvl8pPr>
            <a:lvl9pPr lvl="8">
              <a:lnSpc>
                <a:spcPct val="70000"/>
              </a:lnSpc>
              <a:spcBef>
                <a:spcPts val="0"/>
              </a:spcBef>
              <a:spcAft>
                <a:spcPts val="0"/>
              </a:spcAft>
              <a:buClr>
                <a:schemeClr val="dk1"/>
              </a:buClr>
              <a:buSzPts val="8000"/>
              <a:buNone/>
              <a:defRPr sz="8000">
                <a:solidFill>
                  <a:schemeClr val="dk1"/>
                </a:solidFill>
              </a:defRPr>
            </a:lvl9pPr>
          </a:lstStyle>
          <a:p/>
        </p:txBody>
      </p:sp>
      <p:sp>
        <p:nvSpPr>
          <p:cNvPr id="444" name="Google Shape;444;p62"/>
          <p:cNvSpPr txBox="1"/>
          <p:nvPr>
            <p:ph idx="1" type="subTitle"/>
          </p:nvPr>
        </p:nvSpPr>
        <p:spPr>
          <a:xfrm>
            <a:off x="333400" y="2378453"/>
            <a:ext cx="3359100" cy="949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45" name="Google Shape;445;p62"/>
          <p:cNvSpPr txBox="1"/>
          <p:nvPr>
            <p:ph idx="2" type="body"/>
          </p:nvPr>
        </p:nvSpPr>
        <p:spPr>
          <a:xfrm>
            <a:off x="341375" y="4655800"/>
            <a:ext cx="2088300" cy="2358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sp>
        <p:nvSpPr>
          <p:cNvPr id="446" name="Google Shape;446;p62"/>
          <p:cNvSpPr txBox="1"/>
          <p:nvPr>
            <p:ph idx="3" type="sldNum"/>
          </p:nvPr>
        </p:nvSpPr>
        <p:spPr>
          <a:xfrm>
            <a:off x="8359800" y="4851000"/>
            <a:ext cx="261300" cy="292500"/>
          </a:xfrm>
          <a:prstGeom prst="rect">
            <a:avLst/>
          </a:prstGeom>
          <a:noFill/>
        </p:spPr>
        <p:txBody>
          <a:bodyPr anchorCtr="0" anchor="ctr" bIns="91425" lIns="0" spcFirstLastPara="1" rIns="0" wrap="square" tIns="0">
            <a:noAutofit/>
          </a:bodyPr>
          <a:lstStyle>
            <a:lvl1pPr lvl="0" rtl="0" algn="ctr">
              <a:buNone/>
              <a:defRPr>
                <a:solidFill>
                  <a:schemeClr val="accent3"/>
                </a:solidFill>
              </a:defRPr>
            </a:lvl1pPr>
            <a:lvl2pPr lvl="1" rtl="0" algn="ctr">
              <a:buNone/>
              <a:defRPr>
                <a:solidFill>
                  <a:schemeClr val="accent3"/>
                </a:solidFill>
              </a:defRPr>
            </a:lvl2pPr>
            <a:lvl3pPr lvl="2" rtl="0" algn="ctr">
              <a:buNone/>
              <a:defRPr>
                <a:solidFill>
                  <a:schemeClr val="accent3"/>
                </a:solidFill>
              </a:defRPr>
            </a:lvl3pPr>
            <a:lvl4pPr lvl="3" rtl="0" algn="ctr">
              <a:buNone/>
              <a:defRPr>
                <a:solidFill>
                  <a:schemeClr val="accent3"/>
                </a:solidFill>
              </a:defRPr>
            </a:lvl4pPr>
            <a:lvl5pPr lvl="4" rtl="0" algn="ctr">
              <a:buNone/>
              <a:defRPr>
                <a:solidFill>
                  <a:schemeClr val="accent3"/>
                </a:solidFill>
              </a:defRPr>
            </a:lvl5pPr>
            <a:lvl6pPr lvl="5" rtl="0" algn="ctr">
              <a:buNone/>
              <a:defRPr>
                <a:solidFill>
                  <a:schemeClr val="accent3"/>
                </a:solidFill>
              </a:defRPr>
            </a:lvl6pPr>
            <a:lvl7pPr lvl="6" rtl="0" algn="ctr">
              <a:buNone/>
              <a:defRPr>
                <a:solidFill>
                  <a:schemeClr val="accent3"/>
                </a:solidFill>
              </a:defRPr>
            </a:lvl7pPr>
            <a:lvl8pPr lvl="7" rtl="0" algn="ctr">
              <a:buNone/>
              <a:defRPr>
                <a:solidFill>
                  <a:schemeClr val="accent3"/>
                </a:solidFill>
              </a:defRPr>
            </a:lvl8pPr>
            <a:lvl9pPr lvl="8" rtl="0" algn="ctr">
              <a:buNone/>
              <a:defRPr>
                <a:solidFill>
                  <a:schemeClr val="accent3"/>
                </a:solidFill>
              </a:defRPr>
            </a:lvl9pPr>
          </a:lstStyle>
          <a:p>
            <a:pPr indent="0" lvl="0" marL="0" rtl="0" algn="ctr">
              <a:spcBef>
                <a:spcPts val="0"/>
              </a:spcBef>
              <a:spcAft>
                <a:spcPts val="0"/>
              </a:spcAft>
              <a:buNone/>
            </a:pPr>
            <a:fld id="{00000000-1234-1234-1234-123412341234}" type="slidenum">
              <a:rPr lang="en"/>
              <a:t>‹#›</a:t>
            </a:fld>
            <a:endParaRPr/>
          </a:p>
        </p:txBody>
      </p:sp>
      <p:sp>
        <p:nvSpPr>
          <p:cNvPr id="447" name="Google Shape;447;p62"/>
          <p:cNvSpPr txBox="1"/>
          <p:nvPr>
            <p:ph idx="4" type="body"/>
          </p:nvPr>
        </p:nvSpPr>
        <p:spPr>
          <a:xfrm>
            <a:off x="2652248" y="4655800"/>
            <a:ext cx="1940700" cy="2358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cxnSp>
        <p:nvCxnSpPr>
          <p:cNvPr id="448" name="Google Shape;448;p62"/>
          <p:cNvCxnSpPr/>
          <p:nvPr/>
        </p:nvCxnSpPr>
        <p:spPr>
          <a:xfrm>
            <a:off x="-3150" y="4448151"/>
            <a:ext cx="5232300" cy="0"/>
          </a:xfrm>
          <a:prstGeom prst="straightConnector1">
            <a:avLst/>
          </a:prstGeom>
          <a:noFill/>
          <a:ln cap="flat" cmpd="sng" w="19050">
            <a:solidFill>
              <a:schemeClr val="accent2"/>
            </a:solidFill>
            <a:prstDash val="dot"/>
            <a:round/>
            <a:headEnd len="med" w="med" type="none"/>
            <a:tailEnd len="med" w="med" type="none"/>
          </a:ln>
        </p:spPr>
      </p:cxnSp>
      <p:sp>
        <p:nvSpPr>
          <p:cNvPr id="449" name="Google Shape;449;p62"/>
          <p:cNvSpPr/>
          <p:nvPr>
            <p:ph idx="5" type="pic"/>
          </p:nvPr>
        </p:nvSpPr>
        <p:spPr>
          <a:xfrm>
            <a:off x="5229150" y="2509975"/>
            <a:ext cx="3914400" cy="2636400"/>
          </a:xfrm>
          <a:prstGeom prst="rect">
            <a:avLst/>
          </a:prstGeom>
          <a:noFill/>
          <a:ln>
            <a:noFill/>
          </a:ln>
        </p:spPr>
      </p:sp>
    </p:spTree>
  </p:cSld>
  <p:clrMapOvr>
    <a:masterClrMapping/>
  </p:clrMapOvr>
  <p:extLst>
    <p:ext uri="{DCECCB84-F9BA-43D5-87BE-67443E8EF086}">
      <p15:sldGuideLst>
        <p15:guide id="1" orient="horz" pos="837">
          <p15:clr>
            <a:srgbClr val="E46962"/>
          </p15:clr>
        </p15:guide>
        <p15:guide id="2" orient="horz" pos="1369">
          <p15:clr>
            <a:srgbClr val="E46962"/>
          </p15:clr>
        </p15:guide>
        <p15:guide id="3" orient="horz" pos="1581">
          <p15:clr>
            <a:srgbClr val="E46962"/>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blank">
  <p:cSld name="BLANK">
    <p:spTree>
      <p:nvGrpSpPr>
        <p:cNvPr id="450" name="Shape 450"/>
        <p:cNvGrpSpPr/>
        <p:nvPr/>
      </p:nvGrpSpPr>
      <p:grpSpPr>
        <a:xfrm>
          <a:off x="0" y="0"/>
          <a:ext cx="0" cy="0"/>
          <a:chOff x="0" y="0"/>
          <a:chExt cx="0" cy="0"/>
        </a:xfrm>
      </p:grpSpPr>
      <p:sp>
        <p:nvSpPr>
          <p:cNvPr id="451" name="Google Shape;451;p63"/>
          <p:cNvSpPr txBox="1"/>
          <p:nvPr>
            <p:ph type="title"/>
          </p:nvPr>
        </p:nvSpPr>
        <p:spPr>
          <a:xfrm>
            <a:off x="674916" y="289225"/>
            <a:ext cx="6598800" cy="1039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lvl1pPr>
            <a:lvl2pPr lvl="1">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2pPr>
            <a:lvl3pPr lvl="2">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3pPr>
            <a:lvl4pPr lvl="3">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4pPr>
            <a:lvl5pPr lvl="4">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5pPr>
            <a:lvl6pPr lvl="5">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6pPr>
            <a:lvl7pPr lvl="6">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7pPr>
            <a:lvl8pPr lvl="7">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8pPr>
            <a:lvl9pPr lvl="8">
              <a:spcBef>
                <a:spcPts val="0"/>
              </a:spcBef>
              <a:spcAft>
                <a:spcPts val="0"/>
              </a:spcAft>
              <a:buClr>
                <a:schemeClr val="lt1"/>
              </a:buClr>
              <a:buSzPts val="1400"/>
              <a:buFont typeface="Lexend Light"/>
              <a:buNone/>
              <a:defRPr>
                <a:solidFill>
                  <a:schemeClr val="lt1"/>
                </a:solidFill>
                <a:latin typeface="Lexend Light"/>
                <a:ea typeface="Lexend Light"/>
                <a:cs typeface="Lexend Light"/>
                <a:sym typeface="Lexend Light"/>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26">
    <p:bg>
      <p:bgPr>
        <a:solidFill>
          <a:schemeClr val="lt2"/>
        </a:solidFill>
      </p:bgPr>
    </p:bg>
    <p:spTree>
      <p:nvGrpSpPr>
        <p:cNvPr id="452" name="Shape 452"/>
        <p:cNvGrpSpPr/>
        <p:nvPr/>
      </p:nvGrpSpPr>
      <p:grpSpPr>
        <a:xfrm>
          <a:off x="0" y="0"/>
          <a:ext cx="0" cy="0"/>
          <a:chOff x="0" y="0"/>
          <a:chExt cx="0" cy="0"/>
        </a:xfrm>
      </p:grpSpPr>
      <p:sp>
        <p:nvSpPr>
          <p:cNvPr id="453" name="Google Shape;453;p64"/>
          <p:cNvSpPr txBox="1"/>
          <p:nvPr>
            <p:ph type="title"/>
          </p:nvPr>
        </p:nvSpPr>
        <p:spPr>
          <a:xfrm>
            <a:off x="104400" y="3069000"/>
            <a:ext cx="7865400" cy="20745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dk2"/>
              </a:buClr>
              <a:buSzPts val="8000"/>
              <a:buFont typeface="Lexend"/>
              <a:buNone/>
              <a:defRPr sz="8000">
                <a:solidFill>
                  <a:schemeClr val="dk2"/>
                </a:solidFill>
                <a:latin typeface="Lexend"/>
                <a:ea typeface="Lexend"/>
                <a:cs typeface="Lexend"/>
                <a:sym typeface="Lexend"/>
              </a:defRPr>
            </a:lvl1pPr>
            <a:lvl2pPr lvl="1">
              <a:spcBef>
                <a:spcPts val="0"/>
              </a:spcBef>
              <a:spcAft>
                <a:spcPts val="0"/>
              </a:spcAft>
              <a:buClr>
                <a:schemeClr val="dk2"/>
              </a:buClr>
              <a:buSzPts val="1400"/>
              <a:buFont typeface="Lexend"/>
              <a:buNone/>
              <a:defRPr>
                <a:solidFill>
                  <a:schemeClr val="dk2"/>
                </a:solidFill>
              </a:defRPr>
            </a:lvl2pPr>
            <a:lvl3pPr lvl="2">
              <a:spcBef>
                <a:spcPts val="0"/>
              </a:spcBef>
              <a:spcAft>
                <a:spcPts val="0"/>
              </a:spcAft>
              <a:buClr>
                <a:schemeClr val="dk2"/>
              </a:buClr>
              <a:buSzPts val="1400"/>
              <a:buFont typeface="Lexend"/>
              <a:buNone/>
              <a:defRPr>
                <a:solidFill>
                  <a:schemeClr val="dk2"/>
                </a:solidFill>
              </a:defRPr>
            </a:lvl3pPr>
            <a:lvl4pPr lvl="3">
              <a:spcBef>
                <a:spcPts val="0"/>
              </a:spcBef>
              <a:spcAft>
                <a:spcPts val="0"/>
              </a:spcAft>
              <a:buClr>
                <a:schemeClr val="dk2"/>
              </a:buClr>
              <a:buSzPts val="1400"/>
              <a:buFont typeface="Lexend"/>
              <a:buNone/>
              <a:defRPr>
                <a:solidFill>
                  <a:schemeClr val="dk2"/>
                </a:solidFill>
              </a:defRPr>
            </a:lvl4pPr>
            <a:lvl5pPr lvl="4">
              <a:spcBef>
                <a:spcPts val="0"/>
              </a:spcBef>
              <a:spcAft>
                <a:spcPts val="0"/>
              </a:spcAft>
              <a:buClr>
                <a:schemeClr val="dk2"/>
              </a:buClr>
              <a:buSzPts val="1400"/>
              <a:buFont typeface="Lexend"/>
              <a:buNone/>
              <a:defRPr>
                <a:solidFill>
                  <a:schemeClr val="dk2"/>
                </a:solidFill>
              </a:defRPr>
            </a:lvl5pPr>
            <a:lvl6pPr lvl="5">
              <a:spcBef>
                <a:spcPts val="0"/>
              </a:spcBef>
              <a:spcAft>
                <a:spcPts val="0"/>
              </a:spcAft>
              <a:buClr>
                <a:schemeClr val="dk2"/>
              </a:buClr>
              <a:buSzPts val="1400"/>
              <a:buFont typeface="Lexend"/>
              <a:buNone/>
              <a:defRPr>
                <a:solidFill>
                  <a:schemeClr val="dk2"/>
                </a:solidFill>
              </a:defRPr>
            </a:lvl6pPr>
            <a:lvl7pPr lvl="6">
              <a:spcBef>
                <a:spcPts val="0"/>
              </a:spcBef>
              <a:spcAft>
                <a:spcPts val="0"/>
              </a:spcAft>
              <a:buClr>
                <a:schemeClr val="dk2"/>
              </a:buClr>
              <a:buSzPts val="1400"/>
              <a:buFont typeface="Lexend"/>
              <a:buNone/>
              <a:defRPr>
                <a:solidFill>
                  <a:schemeClr val="dk2"/>
                </a:solidFill>
              </a:defRPr>
            </a:lvl7pPr>
            <a:lvl8pPr lvl="7">
              <a:spcBef>
                <a:spcPts val="0"/>
              </a:spcBef>
              <a:spcAft>
                <a:spcPts val="0"/>
              </a:spcAft>
              <a:buClr>
                <a:schemeClr val="dk2"/>
              </a:buClr>
              <a:buSzPts val="1400"/>
              <a:buFont typeface="Lexend"/>
              <a:buNone/>
              <a:defRPr>
                <a:solidFill>
                  <a:schemeClr val="dk2"/>
                </a:solidFill>
              </a:defRPr>
            </a:lvl8pPr>
            <a:lvl9pPr lvl="8">
              <a:spcBef>
                <a:spcPts val="0"/>
              </a:spcBef>
              <a:spcAft>
                <a:spcPts val="0"/>
              </a:spcAft>
              <a:buClr>
                <a:schemeClr val="dk2"/>
              </a:buClr>
              <a:buSzPts val="1400"/>
              <a:buFont typeface="Lexend"/>
              <a:buNone/>
              <a:defRPr>
                <a:solidFill>
                  <a:schemeClr val="dk2"/>
                </a:solidFill>
              </a:defRPr>
            </a:lvl9pPr>
          </a:lstStyle>
          <a:p/>
        </p:txBody>
      </p:sp>
      <p:sp>
        <p:nvSpPr>
          <p:cNvPr id="454" name="Google Shape;454;p64"/>
          <p:cNvSpPr/>
          <p:nvPr>
            <p:ph idx="2" type="pic"/>
          </p:nvPr>
        </p:nvSpPr>
        <p:spPr>
          <a:xfrm>
            <a:off x="248250" y="256400"/>
            <a:ext cx="8647500" cy="2463000"/>
          </a:xfrm>
          <a:prstGeom prst="rect">
            <a:avLst/>
          </a:prstGeom>
          <a:noFill/>
          <a:ln>
            <a:noFill/>
          </a:ln>
        </p:spPr>
      </p:sp>
    </p:spTree>
  </p:cSld>
  <p:clrMapOvr>
    <a:masterClrMapping/>
  </p:clrMapOvr>
  <p:extLst>
    <p:ext uri="{DCECCB84-F9BA-43D5-87BE-67443E8EF086}">
      <p15:sldGuideLst>
        <p15:guide id="1" orient="horz" pos="3115">
          <p15:clr>
            <a:srgbClr val="E46962"/>
          </p15:clr>
        </p15:guide>
        <p15:guide id="2" orient="horz" pos="3077">
          <p15:clr>
            <a:srgbClr val="E46962"/>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25_1">
    <p:bg>
      <p:bgPr>
        <a:solidFill>
          <a:schemeClr val="accent4"/>
        </a:solidFill>
      </p:bgPr>
    </p:bg>
    <p:spTree>
      <p:nvGrpSpPr>
        <p:cNvPr id="455" name="Shape 455"/>
        <p:cNvGrpSpPr/>
        <p:nvPr/>
      </p:nvGrpSpPr>
      <p:grpSpPr>
        <a:xfrm>
          <a:off x="0" y="0"/>
          <a:ext cx="0" cy="0"/>
          <a:chOff x="0" y="0"/>
          <a:chExt cx="0" cy="0"/>
        </a:xfrm>
      </p:grpSpPr>
      <p:sp>
        <p:nvSpPr>
          <p:cNvPr id="456" name="Google Shape;456;p65"/>
          <p:cNvSpPr txBox="1"/>
          <p:nvPr>
            <p:ph type="title"/>
          </p:nvPr>
        </p:nvSpPr>
        <p:spPr>
          <a:xfrm>
            <a:off x="104400" y="150125"/>
            <a:ext cx="7883400" cy="20175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8000"/>
              <a:buFont typeface="Lexend"/>
              <a:buNone/>
              <a:defRPr sz="8000">
                <a:solidFill>
                  <a:schemeClr val="dk1"/>
                </a:solidFill>
                <a:latin typeface="Lexend"/>
                <a:ea typeface="Lexend"/>
                <a:cs typeface="Lexend"/>
                <a:sym typeface="Lexend"/>
              </a:defRPr>
            </a:lvl1pPr>
            <a:lvl2pPr lvl="1">
              <a:spcBef>
                <a:spcPts val="0"/>
              </a:spcBef>
              <a:spcAft>
                <a:spcPts val="0"/>
              </a:spcAft>
              <a:buClr>
                <a:schemeClr val="dk1"/>
              </a:buClr>
              <a:buSzPts val="1400"/>
              <a:buFont typeface="Lexend"/>
              <a:buNone/>
              <a:defRPr>
                <a:solidFill>
                  <a:schemeClr val="dk1"/>
                </a:solidFill>
              </a:defRPr>
            </a:lvl2pPr>
            <a:lvl3pPr lvl="2">
              <a:spcBef>
                <a:spcPts val="0"/>
              </a:spcBef>
              <a:spcAft>
                <a:spcPts val="0"/>
              </a:spcAft>
              <a:buClr>
                <a:schemeClr val="dk1"/>
              </a:buClr>
              <a:buSzPts val="1400"/>
              <a:buFont typeface="Lexend"/>
              <a:buNone/>
              <a:defRPr>
                <a:solidFill>
                  <a:schemeClr val="dk1"/>
                </a:solidFill>
              </a:defRPr>
            </a:lvl3pPr>
            <a:lvl4pPr lvl="3">
              <a:spcBef>
                <a:spcPts val="0"/>
              </a:spcBef>
              <a:spcAft>
                <a:spcPts val="0"/>
              </a:spcAft>
              <a:buClr>
                <a:schemeClr val="dk1"/>
              </a:buClr>
              <a:buSzPts val="1400"/>
              <a:buFont typeface="Lexend"/>
              <a:buNone/>
              <a:defRPr>
                <a:solidFill>
                  <a:schemeClr val="dk1"/>
                </a:solidFill>
              </a:defRPr>
            </a:lvl4pPr>
            <a:lvl5pPr lvl="4">
              <a:spcBef>
                <a:spcPts val="0"/>
              </a:spcBef>
              <a:spcAft>
                <a:spcPts val="0"/>
              </a:spcAft>
              <a:buClr>
                <a:schemeClr val="dk1"/>
              </a:buClr>
              <a:buSzPts val="1400"/>
              <a:buFont typeface="Lexend"/>
              <a:buNone/>
              <a:defRPr>
                <a:solidFill>
                  <a:schemeClr val="dk1"/>
                </a:solidFill>
              </a:defRPr>
            </a:lvl5pPr>
            <a:lvl6pPr lvl="5">
              <a:spcBef>
                <a:spcPts val="0"/>
              </a:spcBef>
              <a:spcAft>
                <a:spcPts val="0"/>
              </a:spcAft>
              <a:buClr>
                <a:schemeClr val="dk1"/>
              </a:buClr>
              <a:buSzPts val="1400"/>
              <a:buFont typeface="Lexend"/>
              <a:buNone/>
              <a:defRPr>
                <a:solidFill>
                  <a:schemeClr val="dk1"/>
                </a:solidFill>
              </a:defRPr>
            </a:lvl6pPr>
            <a:lvl7pPr lvl="6">
              <a:spcBef>
                <a:spcPts val="0"/>
              </a:spcBef>
              <a:spcAft>
                <a:spcPts val="0"/>
              </a:spcAft>
              <a:buClr>
                <a:schemeClr val="dk1"/>
              </a:buClr>
              <a:buSzPts val="1400"/>
              <a:buFont typeface="Lexend"/>
              <a:buNone/>
              <a:defRPr>
                <a:solidFill>
                  <a:schemeClr val="dk1"/>
                </a:solidFill>
              </a:defRPr>
            </a:lvl7pPr>
            <a:lvl8pPr lvl="7">
              <a:spcBef>
                <a:spcPts val="0"/>
              </a:spcBef>
              <a:spcAft>
                <a:spcPts val="0"/>
              </a:spcAft>
              <a:buClr>
                <a:schemeClr val="dk1"/>
              </a:buClr>
              <a:buSzPts val="1400"/>
              <a:buFont typeface="Lexend"/>
              <a:buNone/>
              <a:defRPr>
                <a:solidFill>
                  <a:schemeClr val="dk1"/>
                </a:solidFill>
              </a:defRPr>
            </a:lvl8pPr>
            <a:lvl9pPr lvl="8">
              <a:spcBef>
                <a:spcPts val="0"/>
              </a:spcBef>
              <a:spcAft>
                <a:spcPts val="0"/>
              </a:spcAft>
              <a:buClr>
                <a:schemeClr val="dk1"/>
              </a:buClr>
              <a:buSzPts val="1400"/>
              <a:buFont typeface="Lexend"/>
              <a:buNone/>
              <a:defRPr>
                <a:solidFill>
                  <a:schemeClr val="dk1"/>
                </a:solidFill>
              </a:defRPr>
            </a:lvl9pPr>
          </a:lstStyle>
          <a:p/>
        </p:txBody>
      </p:sp>
      <p:sp>
        <p:nvSpPr>
          <p:cNvPr id="457" name="Google Shape;457;p65"/>
          <p:cNvSpPr/>
          <p:nvPr>
            <p:ph idx="2" type="pic"/>
          </p:nvPr>
        </p:nvSpPr>
        <p:spPr>
          <a:xfrm>
            <a:off x="248250" y="2425338"/>
            <a:ext cx="8647500" cy="24630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Phone mockup">
  <p:cSld name="CUSTOM_26_1">
    <p:bg>
      <p:bgPr>
        <a:solidFill>
          <a:schemeClr val="accent4"/>
        </a:solidFill>
      </p:bgPr>
    </p:bg>
    <p:spTree>
      <p:nvGrpSpPr>
        <p:cNvPr id="458" name="Shape 458"/>
        <p:cNvGrpSpPr/>
        <p:nvPr/>
      </p:nvGrpSpPr>
      <p:grpSpPr>
        <a:xfrm>
          <a:off x="0" y="0"/>
          <a:ext cx="0" cy="0"/>
          <a:chOff x="0" y="0"/>
          <a:chExt cx="0" cy="0"/>
        </a:xfrm>
      </p:grpSpPr>
      <p:sp>
        <p:nvSpPr>
          <p:cNvPr id="459" name="Google Shape;459;p66"/>
          <p:cNvSpPr/>
          <p:nvPr/>
        </p:nvSpPr>
        <p:spPr>
          <a:xfrm rot="-5400000">
            <a:off x="5014800" y="1016575"/>
            <a:ext cx="5145600" cy="3112800"/>
          </a:xfrm>
          <a:prstGeom prst="round2SameRect">
            <a:avLst>
              <a:gd fmla="val 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66"/>
          <p:cNvSpPr/>
          <p:nvPr>
            <p:ph idx="2" type="pic"/>
          </p:nvPr>
        </p:nvSpPr>
        <p:spPr>
          <a:xfrm>
            <a:off x="6819050" y="857921"/>
            <a:ext cx="1598400" cy="3413100"/>
          </a:xfrm>
          <a:prstGeom prst="roundRect">
            <a:avLst>
              <a:gd fmla="val 11038" name="adj"/>
            </a:avLst>
          </a:prstGeom>
          <a:noFill/>
          <a:ln>
            <a:noFill/>
          </a:ln>
        </p:spPr>
      </p:sp>
      <p:sp>
        <p:nvSpPr>
          <p:cNvPr id="461" name="Google Shape;461;p66"/>
          <p:cNvSpPr txBox="1"/>
          <p:nvPr>
            <p:ph idx="1" type="body"/>
          </p:nvPr>
        </p:nvSpPr>
        <p:spPr>
          <a:xfrm>
            <a:off x="687900" y="292725"/>
            <a:ext cx="42150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462" name="Google Shape;462;p66"/>
          <p:cNvSpPr txBox="1"/>
          <p:nvPr>
            <p:ph type="title"/>
          </p:nvPr>
        </p:nvSpPr>
        <p:spPr>
          <a:xfrm>
            <a:off x="661575" y="424275"/>
            <a:ext cx="42414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63" name="Google Shape;463;p66"/>
          <p:cNvSpPr txBox="1"/>
          <p:nvPr>
            <p:ph idx="3" type="body"/>
          </p:nvPr>
        </p:nvSpPr>
        <p:spPr>
          <a:xfrm>
            <a:off x="661575" y="2514875"/>
            <a:ext cx="4300200" cy="21909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Light"/>
              <a:buChar char="●"/>
              <a:defRPr>
                <a:latin typeface="Lexend Light"/>
                <a:ea typeface="Lexend Light"/>
                <a:cs typeface="Lexend Light"/>
                <a:sym typeface="Lexend Light"/>
              </a:defRPr>
            </a:lvl1pPr>
            <a:lvl2pPr indent="-336550" lvl="1" marL="914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2pPr>
            <a:lvl3pPr indent="-336550" lvl="2" marL="1371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3pPr>
            <a:lvl4pPr indent="-336550" lvl="3" marL="1828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4pPr>
            <a:lvl5pPr indent="-336550" lvl="4" marL="22860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5pPr>
            <a:lvl6pPr indent="-336550" lvl="5" marL="27432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6pPr>
            <a:lvl7pPr indent="-336550" lvl="6" marL="3200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7pPr>
            <a:lvl8pPr indent="-336550" lvl="7" marL="3657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8pPr>
            <a:lvl9pPr indent="-336550" lvl="8" marL="4114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Phone mockup 1">
  <p:cSld name="CUSTOM_28">
    <p:bg>
      <p:bgPr>
        <a:solidFill>
          <a:schemeClr val="accent3"/>
        </a:solidFill>
      </p:bgPr>
    </p:bg>
    <p:spTree>
      <p:nvGrpSpPr>
        <p:cNvPr id="464" name="Shape 464"/>
        <p:cNvGrpSpPr/>
        <p:nvPr/>
      </p:nvGrpSpPr>
      <p:grpSpPr>
        <a:xfrm>
          <a:off x="0" y="0"/>
          <a:ext cx="0" cy="0"/>
          <a:chOff x="0" y="0"/>
          <a:chExt cx="0" cy="0"/>
        </a:xfrm>
      </p:grpSpPr>
      <p:sp>
        <p:nvSpPr>
          <p:cNvPr id="465" name="Google Shape;465;p67"/>
          <p:cNvSpPr/>
          <p:nvPr/>
        </p:nvSpPr>
        <p:spPr>
          <a:xfrm rot="-5400000">
            <a:off x="5014800" y="1016575"/>
            <a:ext cx="5145600" cy="3112800"/>
          </a:xfrm>
          <a:prstGeom prst="round2SameRect">
            <a:avLst>
              <a:gd fmla="val 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7"/>
          <p:cNvSpPr txBox="1"/>
          <p:nvPr>
            <p:ph idx="1" type="body"/>
          </p:nvPr>
        </p:nvSpPr>
        <p:spPr>
          <a:xfrm>
            <a:off x="661575" y="2514875"/>
            <a:ext cx="4300200" cy="21909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Light"/>
              <a:buChar char="●"/>
              <a:defRPr>
                <a:latin typeface="Lexend Light"/>
                <a:ea typeface="Lexend Light"/>
                <a:cs typeface="Lexend Light"/>
                <a:sym typeface="Lexend Light"/>
              </a:defRPr>
            </a:lvl1pPr>
            <a:lvl2pPr indent="-336550" lvl="1" marL="914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2pPr>
            <a:lvl3pPr indent="-336550" lvl="2" marL="1371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3pPr>
            <a:lvl4pPr indent="-336550" lvl="3" marL="1828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4pPr>
            <a:lvl5pPr indent="-336550" lvl="4" marL="22860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5pPr>
            <a:lvl6pPr indent="-336550" lvl="5" marL="27432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6pPr>
            <a:lvl7pPr indent="-336550" lvl="6" marL="32004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7pPr>
            <a:lvl8pPr indent="-336550" lvl="7" marL="36576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8pPr>
            <a:lvl9pPr indent="-336550" lvl="8" marL="4114800">
              <a:spcBef>
                <a:spcPts val="0"/>
              </a:spcBef>
              <a:spcAft>
                <a:spcPts val="0"/>
              </a:spcAft>
              <a:buClr>
                <a:schemeClr val="lt1"/>
              </a:buClr>
              <a:buSzPts val="1700"/>
              <a:buFont typeface="Lexend Light"/>
              <a:buChar char="■"/>
              <a:defRPr sz="1700">
                <a:latin typeface="Lexend Light"/>
                <a:ea typeface="Lexend Light"/>
                <a:cs typeface="Lexend Light"/>
                <a:sym typeface="Lexend Light"/>
              </a:defRPr>
            </a:lvl9pPr>
          </a:lstStyle>
          <a:p/>
        </p:txBody>
      </p:sp>
      <p:sp>
        <p:nvSpPr>
          <p:cNvPr id="467" name="Google Shape;467;p67"/>
          <p:cNvSpPr txBox="1"/>
          <p:nvPr>
            <p:ph idx="2" type="body"/>
          </p:nvPr>
        </p:nvSpPr>
        <p:spPr>
          <a:xfrm>
            <a:off x="687900" y="292725"/>
            <a:ext cx="42150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468" name="Google Shape;468;p67"/>
          <p:cNvSpPr txBox="1"/>
          <p:nvPr>
            <p:ph type="title"/>
          </p:nvPr>
        </p:nvSpPr>
        <p:spPr>
          <a:xfrm>
            <a:off x="661575" y="424275"/>
            <a:ext cx="42414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69" name="Google Shape;469;p67"/>
          <p:cNvSpPr/>
          <p:nvPr>
            <p:ph idx="3" type="pic"/>
          </p:nvPr>
        </p:nvSpPr>
        <p:spPr>
          <a:xfrm>
            <a:off x="6819050" y="857921"/>
            <a:ext cx="1598400" cy="3413100"/>
          </a:xfrm>
          <a:prstGeom prst="roundRect">
            <a:avLst>
              <a:gd fmla="val 11038" name="adj"/>
            </a:avLst>
          </a:prstGeom>
          <a:noFill/>
          <a:ln>
            <a:noFill/>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Phone and Ipad mockup">
  <p:cSld name="CUSTOM_27">
    <p:bg>
      <p:bgPr>
        <a:solidFill>
          <a:schemeClr val="accent4"/>
        </a:solidFill>
      </p:bgPr>
    </p:bg>
    <p:spTree>
      <p:nvGrpSpPr>
        <p:cNvPr id="470" name="Shape 470"/>
        <p:cNvGrpSpPr/>
        <p:nvPr/>
      </p:nvGrpSpPr>
      <p:grpSpPr>
        <a:xfrm>
          <a:off x="0" y="0"/>
          <a:ext cx="0" cy="0"/>
          <a:chOff x="0" y="0"/>
          <a:chExt cx="0" cy="0"/>
        </a:xfrm>
      </p:grpSpPr>
      <p:sp>
        <p:nvSpPr>
          <p:cNvPr id="471" name="Google Shape;471;p68"/>
          <p:cNvSpPr/>
          <p:nvPr>
            <p:ph idx="2" type="pic"/>
          </p:nvPr>
        </p:nvSpPr>
        <p:spPr>
          <a:xfrm>
            <a:off x="869088" y="1528242"/>
            <a:ext cx="1536600" cy="3262500"/>
          </a:xfrm>
          <a:prstGeom prst="roundRect">
            <a:avLst>
              <a:gd fmla="val 11038" name="adj"/>
            </a:avLst>
          </a:prstGeom>
          <a:noFill/>
          <a:ln>
            <a:noFill/>
          </a:ln>
        </p:spPr>
      </p:sp>
      <p:sp>
        <p:nvSpPr>
          <p:cNvPr id="472" name="Google Shape;472;p68"/>
          <p:cNvSpPr/>
          <p:nvPr>
            <p:ph idx="3" type="pic"/>
          </p:nvPr>
        </p:nvSpPr>
        <p:spPr>
          <a:xfrm>
            <a:off x="3913204" y="1528242"/>
            <a:ext cx="4587000" cy="3262500"/>
          </a:xfrm>
          <a:prstGeom prst="roundRect">
            <a:avLst>
              <a:gd fmla="val 4639" name="adj"/>
            </a:avLst>
          </a:prstGeom>
          <a:noFill/>
          <a:ln>
            <a:noFill/>
          </a:ln>
        </p:spPr>
      </p:sp>
      <p:sp>
        <p:nvSpPr>
          <p:cNvPr id="473" name="Google Shape;473;p68"/>
          <p:cNvSpPr txBox="1"/>
          <p:nvPr>
            <p:ph idx="1" type="body"/>
          </p:nvPr>
        </p:nvSpPr>
        <p:spPr>
          <a:xfrm>
            <a:off x="4574425" y="271875"/>
            <a:ext cx="3908700" cy="606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474" name="Google Shape;474;p68"/>
          <p:cNvSpPr txBox="1"/>
          <p:nvPr>
            <p:ph idx="4" type="body"/>
          </p:nvPr>
        </p:nvSpPr>
        <p:spPr>
          <a:xfrm>
            <a:off x="687900" y="292725"/>
            <a:ext cx="34125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475" name="Google Shape;475;p68"/>
          <p:cNvSpPr txBox="1"/>
          <p:nvPr>
            <p:ph type="title"/>
          </p:nvPr>
        </p:nvSpPr>
        <p:spPr>
          <a:xfrm>
            <a:off x="661575" y="424275"/>
            <a:ext cx="34389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1">
  <p:cSld name="CUSTOM_1_1">
    <p:bg>
      <p:bgPr>
        <a:solidFill>
          <a:schemeClr val="accent3"/>
        </a:solidFill>
      </p:bgPr>
    </p:bg>
    <p:spTree>
      <p:nvGrpSpPr>
        <p:cNvPr id="476" name="Shape 476"/>
        <p:cNvGrpSpPr/>
        <p:nvPr/>
      </p:nvGrpSpPr>
      <p:grpSpPr>
        <a:xfrm>
          <a:off x="0" y="0"/>
          <a:ext cx="0" cy="0"/>
          <a:chOff x="0" y="0"/>
          <a:chExt cx="0" cy="0"/>
        </a:xfrm>
      </p:grpSpPr>
      <p:sp>
        <p:nvSpPr>
          <p:cNvPr id="477" name="Google Shape;477;p69"/>
          <p:cNvSpPr txBox="1"/>
          <p:nvPr>
            <p:ph idx="1" type="body"/>
          </p:nvPr>
        </p:nvSpPr>
        <p:spPr>
          <a:xfrm>
            <a:off x="887306" y="2097422"/>
            <a:ext cx="2922000" cy="2152200"/>
          </a:xfrm>
          <a:prstGeom prst="rect">
            <a:avLst/>
          </a:prstGeom>
          <a:noFill/>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Clr>
                <a:schemeClr val="lt1"/>
              </a:buClr>
              <a:buSzPts val="1700"/>
              <a:buFont typeface="Lexend ExtraLight"/>
              <a:buChar char="■"/>
              <a:defRPr sz="1700">
                <a:latin typeface="Lexend ExtraLight"/>
                <a:ea typeface="Lexend ExtraLight"/>
                <a:cs typeface="Lexend ExtraLight"/>
                <a:sym typeface="Lexend ExtraLight"/>
              </a:defRPr>
            </a:lvl9pPr>
          </a:lstStyle>
          <a:p/>
        </p:txBody>
      </p:sp>
      <p:sp>
        <p:nvSpPr>
          <p:cNvPr id="478" name="Google Shape;478;p69"/>
          <p:cNvSpPr txBox="1"/>
          <p:nvPr>
            <p:ph idx="2" type="subTitle"/>
          </p:nvPr>
        </p:nvSpPr>
        <p:spPr>
          <a:xfrm>
            <a:off x="904390" y="1077175"/>
            <a:ext cx="29283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79" name="Google Shape;479;p69"/>
          <p:cNvSpPr txBox="1"/>
          <p:nvPr>
            <p:ph idx="3" type="body"/>
          </p:nvPr>
        </p:nvSpPr>
        <p:spPr>
          <a:xfrm>
            <a:off x="904890" y="901275"/>
            <a:ext cx="2927700" cy="1758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Clr>
                <a:schemeClr val="lt1"/>
              </a:buClr>
              <a:buSzPts val="600"/>
              <a:buFont typeface="Lexend SemiBold"/>
              <a:buChar char="■"/>
              <a:defRPr sz="600">
                <a:latin typeface="Lexend SemiBold"/>
                <a:ea typeface="Lexend SemiBold"/>
                <a:cs typeface="Lexend SemiBold"/>
                <a:sym typeface="Lexend SemiBold"/>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p:cSld name="CUSTOM_2">
    <p:spTree>
      <p:nvGrpSpPr>
        <p:cNvPr id="480" name="Shape 480"/>
        <p:cNvGrpSpPr/>
        <p:nvPr/>
      </p:nvGrpSpPr>
      <p:grpSpPr>
        <a:xfrm>
          <a:off x="0" y="0"/>
          <a:ext cx="0" cy="0"/>
          <a:chOff x="0" y="0"/>
          <a:chExt cx="0" cy="0"/>
        </a:xfrm>
      </p:grpSpPr>
      <p:sp>
        <p:nvSpPr>
          <p:cNvPr id="481" name="Google Shape;481;p70"/>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482" name="Google Shape;482;p70"/>
          <p:cNvSpPr txBox="1"/>
          <p:nvPr>
            <p:ph type="title"/>
          </p:nvPr>
        </p:nvSpPr>
        <p:spPr>
          <a:xfrm>
            <a:off x="661574" y="424278"/>
            <a:ext cx="51513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70"/>
          <p:cNvSpPr/>
          <p:nvPr>
            <p:ph idx="2" type="pic"/>
          </p:nvPr>
        </p:nvSpPr>
        <p:spPr>
          <a:xfrm>
            <a:off x="1566125" y="1676025"/>
            <a:ext cx="1307100" cy="1964400"/>
          </a:xfrm>
          <a:prstGeom prst="rect">
            <a:avLst/>
          </a:prstGeom>
          <a:noFill/>
          <a:ln>
            <a:noFill/>
          </a:ln>
        </p:spPr>
      </p:sp>
      <p:sp>
        <p:nvSpPr>
          <p:cNvPr id="484" name="Google Shape;484;p70"/>
          <p:cNvSpPr/>
          <p:nvPr>
            <p:ph idx="3" type="pic"/>
          </p:nvPr>
        </p:nvSpPr>
        <p:spPr>
          <a:xfrm>
            <a:off x="3395300" y="809450"/>
            <a:ext cx="1307100" cy="1964400"/>
          </a:xfrm>
          <a:prstGeom prst="rect">
            <a:avLst/>
          </a:prstGeom>
          <a:noFill/>
          <a:ln>
            <a:noFill/>
          </a:ln>
        </p:spPr>
      </p:sp>
      <p:sp>
        <p:nvSpPr>
          <p:cNvPr id="485" name="Google Shape;485;p70"/>
          <p:cNvSpPr/>
          <p:nvPr>
            <p:ph idx="4" type="pic"/>
          </p:nvPr>
        </p:nvSpPr>
        <p:spPr>
          <a:xfrm>
            <a:off x="5225075" y="1667413"/>
            <a:ext cx="1307100" cy="1964400"/>
          </a:xfrm>
          <a:prstGeom prst="rect">
            <a:avLst/>
          </a:prstGeom>
          <a:noFill/>
          <a:ln>
            <a:noFill/>
          </a:ln>
        </p:spPr>
      </p:sp>
      <p:sp>
        <p:nvSpPr>
          <p:cNvPr id="486" name="Google Shape;486;p70"/>
          <p:cNvSpPr/>
          <p:nvPr>
            <p:ph idx="5" type="pic"/>
          </p:nvPr>
        </p:nvSpPr>
        <p:spPr>
          <a:xfrm>
            <a:off x="7053150" y="794238"/>
            <a:ext cx="1307100" cy="1964400"/>
          </a:xfrm>
          <a:prstGeom prst="rect">
            <a:avLst/>
          </a:prstGeom>
          <a:noFill/>
          <a:ln>
            <a:noFill/>
          </a:ln>
        </p:spPr>
      </p:sp>
      <p:sp>
        <p:nvSpPr>
          <p:cNvPr id="487" name="Google Shape;487;p70"/>
          <p:cNvSpPr/>
          <p:nvPr>
            <p:ph idx="6" type="pic"/>
          </p:nvPr>
        </p:nvSpPr>
        <p:spPr>
          <a:xfrm>
            <a:off x="2610832" y="3971450"/>
            <a:ext cx="314700" cy="314700"/>
          </a:xfrm>
          <a:prstGeom prst="rect">
            <a:avLst/>
          </a:prstGeom>
          <a:noFill/>
          <a:ln>
            <a:noFill/>
          </a:ln>
        </p:spPr>
      </p:sp>
      <p:sp>
        <p:nvSpPr>
          <p:cNvPr id="488" name="Google Shape;488;p70"/>
          <p:cNvSpPr/>
          <p:nvPr>
            <p:ph idx="7" type="pic"/>
          </p:nvPr>
        </p:nvSpPr>
        <p:spPr>
          <a:xfrm>
            <a:off x="4435557" y="3089450"/>
            <a:ext cx="314700" cy="314700"/>
          </a:xfrm>
          <a:prstGeom prst="rect">
            <a:avLst/>
          </a:prstGeom>
          <a:noFill/>
          <a:ln>
            <a:noFill/>
          </a:ln>
        </p:spPr>
      </p:sp>
      <p:sp>
        <p:nvSpPr>
          <p:cNvPr id="489" name="Google Shape;489;p70"/>
          <p:cNvSpPr/>
          <p:nvPr>
            <p:ph idx="8" type="pic"/>
          </p:nvPr>
        </p:nvSpPr>
        <p:spPr>
          <a:xfrm>
            <a:off x="6267632" y="3957713"/>
            <a:ext cx="314700" cy="314700"/>
          </a:xfrm>
          <a:prstGeom prst="rect">
            <a:avLst/>
          </a:prstGeom>
          <a:noFill/>
          <a:ln>
            <a:noFill/>
          </a:ln>
        </p:spPr>
      </p:sp>
      <p:sp>
        <p:nvSpPr>
          <p:cNvPr id="490" name="Google Shape;490;p70"/>
          <p:cNvSpPr/>
          <p:nvPr>
            <p:ph idx="9" type="pic"/>
          </p:nvPr>
        </p:nvSpPr>
        <p:spPr>
          <a:xfrm>
            <a:off x="8095257" y="3103050"/>
            <a:ext cx="314700" cy="314700"/>
          </a:xfrm>
          <a:prstGeom prst="rect">
            <a:avLst/>
          </a:prstGeom>
          <a:noFill/>
          <a:ln>
            <a:noFill/>
          </a:ln>
        </p:spPr>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sion + 1 Image">
  <p:cSld name="CUSTOM_3">
    <p:bg>
      <p:bgPr>
        <a:solidFill>
          <a:schemeClr val="lt2"/>
        </a:solidFill>
      </p:bgPr>
    </p:bg>
    <p:spTree>
      <p:nvGrpSpPr>
        <p:cNvPr id="491" name="Shape 491"/>
        <p:cNvGrpSpPr/>
        <p:nvPr/>
      </p:nvGrpSpPr>
      <p:grpSpPr>
        <a:xfrm>
          <a:off x="0" y="0"/>
          <a:ext cx="0" cy="0"/>
          <a:chOff x="0" y="0"/>
          <a:chExt cx="0" cy="0"/>
        </a:xfrm>
      </p:grpSpPr>
      <p:sp>
        <p:nvSpPr>
          <p:cNvPr id="492" name="Google Shape;492;p71"/>
          <p:cNvSpPr txBox="1"/>
          <p:nvPr>
            <p:ph idx="1" type="body"/>
          </p:nvPr>
        </p:nvSpPr>
        <p:spPr>
          <a:xfrm>
            <a:off x="687900" y="292725"/>
            <a:ext cx="42150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493" name="Google Shape;493;p71"/>
          <p:cNvSpPr txBox="1"/>
          <p:nvPr>
            <p:ph type="title"/>
          </p:nvPr>
        </p:nvSpPr>
        <p:spPr>
          <a:xfrm>
            <a:off x="661575" y="424275"/>
            <a:ext cx="42414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494" name="Google Shape;494;p71"/>
          <p:cNvSpPr/>
          <p:nvPr>
            <p:ph idx="2" type="pic"/>
          </p:nvPr>
        </p:nvSpPr>
        <p:spPr>
          <a:xfrm>
            <a:off x="5543049" y="659425"/>
            <a:ext cx="2883000" cy="3846600"/>
          </a:xfrm>
          <a:prstGeom prst="rect">
            <a:avLst/>
          </a:prstGeom>
          <a:noFill/>
          <a:ln>
            <a:noFill/>
          </a:ln>
        </p:spPr>
      </p:sp>
      <p:sp>
        <p:nvSpPr>
          <p:cNvPr id="495" name="Google Shape;495;p71"/>
          <p:cNvSpPr txBox="1"/>
          <p:nvPr>
            <p:ph idx="3" type="body"/>
          </p:nvPr>
        </p:nvSpPr>
        <p:spPr>
          <a:xfrm>
            <a:off x="709950" y="2234700"/>
            <a:ext cx="3732600" cy="17586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Light"/>
              <a:buChar char="●"/>
              <a:defRPr>
                <a:latin typeface="Lexend Light"/>
                <a:ea typeface="Lexend Light"/>
                <a:cs typeface="Lexend Light"/>
                <a:sym typeface="Lexend Light"/>
              </a:defRPr>
            </a:lvl1pPr>
            <a:lvl2pPr indent="-336550" lvl="1" marL="914400">
              <a:spcBef>
                <a:spcPts val="0"/>
              </a:spcBef>
              <a:spcAft>
                <a:spcPts val="0"/>
              </a:spcAft>
              <a:buSzPts val="1700"/>
              <a:buFont typeface="Lexend Light"/>
              <a:buChar char="○"/>
              <a:defRPr sz="1700">
                <a:latin typeface="Lexend Light"/>
                <a:ea typeface="Lexend Light"/>
                <a:cs typeface="Lexend Light"/>
                <a:sym typeface="Lexend Light"/>
              </a:defRPr>
            </a:lvl2pPr>
            <a:lvl3pPr indent="-336550" lvl="2" marL="1371600">
              <a:spcBef>
                <a:spcPts val="0"/>
              </a:spcBef>
              <a:spcAft>
                <a:spcPts val="0"/>
              </a:spcAft>
              <a:buSzPts val="1700"/>
              <a:buFont typeface="Lexend Light"/>
              <a:buChar char="■"/>
              <a:defRPr sz="1700">
                <a:latin typeface="Lexend Light"/>
                <a:ea typeface="Lexend Light"/>
                <a:cs typeface="Lexend Light"/>
                <a:sym typeface="Lexend Light"/>
              </a:defRPr>
            </a:lvl3pPr>
            <a:lvl4pPr indent="-336550" lvl="3" marL="1828800">
              <a:spcBef>
                <a:spcPts val="0"/>
              </a:spcBef>
              <a:spcAft>
                <a:spcPts val="0"/>
              </a:spcAft>
              <a:buSzPts val="1700"/>
              <a:buFont typeface="Lexend Light"/>
              <a:buChar char="●"/>
              <a:defRPr sz="1700">
                <a:latin typeface="Lexend Light"/>
                <a:ea typeface="Lexend Light"/>
                <a:cs typeface="Lexend Light"/>
                <a:sym typeface="Lexend Light"/>
              </a:defRPr>
            </a:lvl4pPr>
            <a:lvl5pPr indent="-336550" lvl="4" marL="2286000">
              <a:spcBef>
                <a:spcPts val="0"/>
              </a:spcBef>
              <a:spcAft>
                <a:spcPts val="0"/>
              </a:spcAft>
              <a:buSzPts val="1700"/>
              <a:buFont typeface="Lexend Light"/>
              <a:buChar char="○"/>
              <a:defRPr sz="1700">
                <a:latin typeface="Lexend Light"/>
                <a:ea typeface="Lexend Light"/>
                <a:cs typeface="Lexend Light"/>
                <a:sym typeface="Lexend Light"/>
              </a:defRPr>
            </a:lvl5pPr>
            <a:lvl6pPr indent="-336550" lvl="5" marL="2743200">
              <a:spcBef>
                <a:spcPts val="0"/>
              </a:spcBef>
              <a:spcAft>
                <a:spcPts val="0"/>
              </a:spcAft>
              <a:buSzPts val="1700"/>
              <a:buFont typeface="Lexend Light"/>
              <a:buChar char="■"/>
              <a:defRPr sz="1700">
                <a:latin typeface="Lexend Light"/>
                <a:ea typeface="Lexend Light"/>
                <a:cs typeface="Lexend Light"/>
                <a:sym typeface="Lexend Light"/>
              </a:defRPr>
            </a:lvl6pPr>
            <a:lvl7pPr indent="-336550" lvl="6" marL="3200400">
              <a:spcBef>
                <a:spcPts val="0"/>
              </a:spcBef>
              <a:spcAft>
                <a:spcPts val="0"/>
              </a:spcAft>
              <a:buSzPts val="1700"/>
              <a:buFont typeface="Lexend Light"/>
              <a:buChar char="●"/>
              <a:defRPr sz="1700">
                <a:latin typeface="Lexend Light"/>
                <a:ea typeface="Lexend Light"/>
                <a:cs typeface="Lexend Light"/>
                <a:sym typeface="Lexend Light"/>
              </a:defRPr>
            </a:lvl7pPr>
            <a:lvl8pPr indent="-336550" lvl="7" marL="3657600">
              <a:spcBef>
                <a:spcPts val="0"/>
              </a:spcBef>
              <a:spcAft>
                <a:spcPts val="0"/>
              </a:spcAft>
              <a:buSzPts val="1700"/>
              <a:buFont typeface="Lexend Light"/>
              <a:buChar char="○"/>
              <a:defRPr sz="1700">
                <a:latin typeface="Lexend Light"/>
                <a:ea typeface="Lexend Light"/>
                <a:cs typeface="Lexend Light"/>
                <a:sym typeface="Lexend Light"/>
              </a:defRPr>
            </a:lvl8pPr>
            <a:lvl9pPr indent="-336550" lvl="8" marL="4114800">
              <a:spcBef>
                <a:spcPts val="0"/>
              </a:spcBef>
              <a:spcAft>
                <a:spcPts val="0"/>
              </a:spcAft>
              <a:buSzPts val="1700"/>
              <a:buFont typeface="Lexend Light"/>
              <a:buChar char="■"/>
              <a:defRPr sz="1700">
                <a:latin typeface="Lexend Light"/>
                <a:ea typeface="Lexend Light"/>
                <a:cs typeface="Lexend Light"/>
                <a:sym typeface="Lexend Light"/>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p:cSld name="CUSTOM_4">
    <p:spTree>
      <p:nvGrpSpPr>
        <p:cNvPr id="496" name="Shape 496"/>
        <p:cNvGrpSpPr/>
        <p:nvPr/>
      </p:nvGrpSpPr>
      <p:grpSpPr>
        <a:xfrm>
          <a:off x="0" y="0"/>
          <a:ext cx="0" cy="0"/>
          <a:chOff x="0" y="0"/>
          <a:chExt cx="0" cy="0"/>
        </a:xfrm>
      </p:grpSpPr>
      <p:sp>
        <p:nvSpPr>
          <p:cNvPr id="497" name="Google Shape;497;p72"/>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498" name="Google Shape;498;p72"/>
          <p:cNvSpPr txBox="1"/>
          <p:nvPr>
            <p:ph type="title"/>
          </p:nvPr>
        </p:nvSpPr>
        <p:spPr>
          <a:xfrm>
            <a:off x="661575" y="424275"/>
            <a:ext cx="26622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9" name="Google Shape;499;p72"/>
          <p:cNvSpPr txBox="1"/>
          <p:nvPr>
            <p:ph idx="2" type="body"/>
          </p:nvPr>
        </p:nvSpPr>
        <p:spPr>
          <a:xfrm>
            <a:off x="4102775" y="3593450"/>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500" name="Google Shape;500;p72"/>
          <p:cNvSpPr txBox="1"/>
          <p:nvPr>
            <p:ph idx="3" type="body"/>
          </p:nvPr>
        </p:nvSpPr>
        <p:spPr>
          <a:xfrm>
            <a:off x="4102775" y="2858576"/>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501" name="Google Shape;501;p72"/>
          <p:cNvSpPr txBox="1"/>
          <p:nvPr>
            <p:ph idx="4" type="body"/>
          </p:nvPr>
        </p:nvSpPr>
        <p:spPr>
          <a:xfrm>
            <a:off x="4102775" y="2135618"/>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502" name="Google Shape;502;p72"/>
          <p:cNvSpPr txBox="1"/>
          <p:nvPr>
            <p:ph idx="5" type="body"/>
          </p:nvPr>
        </p:nvSpPr>
        <p:spPr>
          <a:xfrm>
            <a:off x="4102775" y="1406300"/>
            <a:ext cx="44649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503" name="Google Shape;503;p72"/>
          <p:cNvSpPr/>
          <p:nvPr>
            <p:ph idx="6" type="pic"/>
          </p:nvPr>
        </p:nvSpPr>
        <p:spPr>
          <a:xfrm>
            <a:off x="3444503" y="1501476"/>
            <a:ext cx="378600" cy="378600"/>
          </a:xfrm>
          <a:prstGeom prst="ellipse">
            <a:avLst/>
          </a:prstGeom>
          <a:noFill/>
          <a:ln>
            <a:noFill/>
          </a:ln>
        </p:spPr>
      </p:sp>
      <p:sp>
        <p:nvSpPr>
          <p:cNvPr id="504" name="Google Shape;504;p72"/>
          <p:cNvSpPr/>
          <p:nvPr>
            <p:ph idx="7" type="pic"/>
          </p:nvPr>
        </p:nvSpPr>
        <p:spPr>
          <a:xfrm>
            <a:off x="3444503" y="2225251"/>
            <a:ext cx="378600" cy="378600"/>
          </a:xfrm>
          <a:prstGeom prst="ellipse">
            <a:avLst/>
          </a:prstGeom>
          <a:noFill/>
          <a:ln>
            <a:noFill/>
          </a:ln>
        </p:spPr>
      </p:sp>
      <p:sp>
        <p:nvSpPr>
          <p:cNvPr id="505" name="Google Shape;505;p72"/>
          <p:cNvSpPr/>
          <p:nvPr>
            <p:ph idx="8" type="pic"/>
          </p:nvPr>
        </p:nvSpPr>
        <p:spPr>
          <a:xfrm>
            <a:off x="3444503" y="2946251"/>
            <a:ext cx="378600" cy="378600"/>
          </a:xfrm>
          <a:prstGeom prst="ellipse">
            <a:avLst/>
          </a:prstGeom>
          <a:noFill/>
          <a:ln>
            <a:noFill/>
          </a:ln>
        </p:spPr>
      </p:sp>
      <p:sp>
        <p:nvSpPr>
          <p:cNvPr id="506" name="Google Shape;506;p72"/>
          <p:cNvSpPr/>
          <p:nvPr>
            <p:ph idx="9" type="pic"/>
          </p:nvPr>
        </p:nvSpPr>
        <p:spPr>
          <a:xfrm>
            <a:off x="3444503" y="3667251"/>
            <a:ext cx="378600" cy="378600"/>
          </a:xfrm>
          <a:prstGeom prst="ellipse">
            <a:avLst/>
          </a:prstGeom>
          <a:noFill/>
          <a:ln>
            <a:noFill/>
          </a:ln>
        </p:spPr>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ntt Chart">
  <p:cSld name="CUSTOM_6">
    <p:bg>
      <p:bgPr>
        <a:solidFill>
          <a:schemeClr val="lt1"/>
        </a:solidFill>
      </p:bgPr>
    </p:bg>
    <p:spTree>
      <p:nvGrpSpPr>
        <p:cNvPr id="507" name="Shape 507"/>
        <p:cNvGrpSpPr/>
        <p:nvPr/>
      </p:nvGrpSpPr>
      <p:grpSpPr>
        <a:xfrm>
          <a:off x="0" y="0"/>
          <a:ext cx="0" cy="0"/>
          <a:chOff x="0" y="0"/>
          <a:chExt cx="0" cy="0"/>
        </a:xfrm>
      </p:grpSpPr>
      <p:sp>
        <p:nvSpPr>
          <p:cNvPr id="508" name="Google Shape;508;p73"/>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1pPr>
            <a:lvl2pPr indent="-266700" lvl="1" marL="914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2pPr>
            <a:lvl3pPr indent="-266700" lvl="2" marL="1371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3pPr>
            <a:lvl4pPr indent="-266700" lvl="3" marL="1828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4pPr>
            <a:lvl5pPr indent="-266700" lvl="4" marL="22860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5pPr>
            <a:lvl6pPr indent="-266700" lvl="5" marL="2743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6pPr>
            <a:lvl7pPr indent="-266700" lvl="6" marL="3200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7pPr>
            <a:lvl8pPr indent="-266700" lvl="7" marL="3657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8pPr>
            <a:lvl9pPr indent="-266700" lvl="8" marL="4114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9pPr>
          </a:lstStyle>
          <a:p/>
        </p:txBody>
      </p:sp>
      <p:sp>
        <p:nvSpPr>
          <p:cNvPr id="509" name="Google Shape;509;p73"/>
          <p:cNvSpPr txBox="1"/>
          <p:nvPr>
            <p:ph idx="2" type="subTitle"/>
          </p:nvPr>
        </p:nvSpPr>
        <p:spPr>
          <a:xfrm>
            <a:off x="689050" y="531800"/>
            <a:ext cx="16071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7">
    <p:bg>
      <p:bgPr>
        <a:solidFill>
          <a:schemeClr val="accent4"/>
        </a:solidFill>
      </p:bgPr>
    </p:bg>
    <p:spTree>
      <p:nvGrpSpPr>
        <p:cNvPr id="510" name="Shape 510"/>
        <p:cNvGrpSpPr/>
        <p:nvPr/>
      </p:nvGrpSpPr>
      <p:grpSpPr>
        <a:xfrm>
          <a:off x="0" y="0"/>
          <a:ext cx="0" cy="0"/>
          <a:chOff x="0" y="0"/>
          <a:chExt cx="0" cy="0"/>
        </a:xfrm>
      </p:grpSpPr>
      <p:sp>
        <p:nvSpPr>
          <p:cNvPr id="511" name="Google Shape;511;p74"/>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512" name="Google Shape;512;p74"/>
          <p:cNvSpPr txBox="1"/>
          <p:nvPr>
            <p:ph idx="2" type="subTitle"/>
          </p:nvPr>
        </p:nvSpPr>
        <p:spPr>
          <a:xfrm>
            <a:off x="689050" y="531808"/>
            <a:ext cx="32331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13" name="Google Shape;513;p74"/>
          <p:cNvSpPr/>
          <p:nvPr>
            <p:ph idx="3" type="pic"/>
          </p:nvPr>
        </p:nvSpPr>
        <p:spPr>
          <a:xfrm>
            <a:off x="863700" y="1479225"/>
            <a:ext cx="738900" cy="738900"/>
          </a:xfrm>
          <a:prstGeom prst="rect">
            <a:avLst/>
          </a:prstGeom>
          <a:noFill/>
          <a:ln>
            <a:noFill/>
          </a:ln>
        </p:spPr>
      </p:sp>
      <p:sp>
        <p:nvSpPr>
          <p:cNvPr id="514" name="Google Shape;514;p74"/>
          <p:cNvSpPr txBox="1"/>
          <p:nvPr>
            <p:ph idx="4" type="body"/>
          </p:nvPr>
        </p:nvSpPr>
        <p:spPr>
          <a:xfrm>
            <a:off x="1774150" y="1561925"/>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515" name="Google Shape;515;p74"/>
          <p:cNvSpPr txBox="1"/>
          <p:nvPr>
            <p:ph idx="5" type="subTitle"/>
          </p:nvPr>
        </p:nvSpPr>
        <p:spPr>
          <a:xfrm>
            <a:off x="1774950" y="1364175"/>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516" name="Google Shape;516;p74"/>
          <p:cNvSpPr/>
          <p:nvPr>
            <p:ph idx="6" type="pic"/>
          </p:nvPr>
        </p:nvSpPr>
        <p:spPr>
          <a:xfrm>
            <a:off x="5120475" y="1479225"/>
            <a:ext cx="738900" cy="738900"/>
          </a:xfrm>
          <a:prstGeom prst="rect">
            <a:avLst/>
          </a:prstGeom>
          <a:noFill/>
          <a:ln>
            <a:noFill/>
          </a:ln>
        </p:spPr>
      </p:sp>
      <p:sp>
        <p:nvSpPr>
          <p:cNvPr id="517" name="Google Shape;517;p74"/>
          <p:cNvSpPr txBox="1"/>
          <p:nvPr>
            <p:ph idx="7" type="body"/>
          </p:nvPr>
        </p:nvSpPr>
        <p:spPr>
          <a:xfrm>
            <a:off x="6030925" y="1561925"/>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518" name="Google Shape;518;p74"/>
          <p:cNvSpPr txBox="1"/>
          <p:nvPr>
            <p:ph idx="8" type="subTitle"/>
          </p:nvPr>
        </p:nvSpPr>
        <p:spPr>
          <a:xfrm>
            <a:off x="6031725" y="1364175"/>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519" name="Google Shape;519;p74"/>
          <p:cNvSpPr/>
          <p:nvPr>
            <p:ph idx="9" type="pic"/>
          </p:nvPr>
        </p:nvSpPr>
        <p:spPr>
          <a:xfrm>
            <a:off x="863700" y="3308611"/>
            <a:ext cx="738900" cy="738900"/>
          </a:xfrm>
          <a:prstGeom prst="rect">
            <a:avLst/>
          </a:prstGeom>
          <a:noFill/>
          <a:ln>
            <a:noFill/>
          </a:ln>
        </p:spPr>
      </p:sp>
      <p:sp>
        <p:nvSpPr>
          <p:cNvPr id="520" name="Google Shape;520;p74"/>
          <p:cNvSpPr txBox="1"/>
          <p:nvPr>
            <p:ph idx="13" type="body"/>
          </p:nvPr>
        </p:nvSpPr>
        <p:spPr>
          <a:xfrm>
            <a:off x="1774150" y="3391311"/>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521" name="Google Shape;521;p74"/>
          <p:cNvSpPr txBox="1"/>
          <p:nvPr>
            <p:ph idx="14" type="subTitle"/>
          </p:nvPr>
        </p:nvSpPr>
        <p:spPr>
          <a:xfrm>
            <a:off x="1774950" y="3193561"/>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522" name="Google Shape;522;p74"/>
          <p:cNvSpPr/>
          <p:nvPr>
            <p:ph idx="15" type="pic"/>
          </p:nvPr>
        </p:nvSpPr>
        <p:spPr>
          <a:xfrm>
            <a:off x="5120475" y="3308611"/>
            <a:ext cx="738900" cy="738900"/>
          </a:xfrm>
          <a:prstGeom prst="rect">
            <a:avLst/>
          </a:prstGeom>
          <a:noFill/>
          <a:ln>
            <a:noFill/>
          </a:ln>
        </p:spPr>
      </p:sp>
      <p:sp>
        <p:nvSpPr>
          <p:cNvPr id="523" name="Google Shape;523;p74"/>
          <p:cNvSpPr txBox="1"/>
          <p:nvPr>
            <p:ph idx="16" type="body"/>
          </p:nvPr>
        </p:nvSpPr>
        <p:spPr>
          <a:xfrm>
            <a:off x="6030925" y="3391311"/>
            <a:ext cx="2430600" cy="867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524" name="Google Shape;524;p74"/>
          <p:cNvSpPr txBox="1"/>
          <p:nvPr>
            <p:ph idx="17" type="subTitle"/>
          </p:nvPr>
        </p:nvSpPr>
        <p:spPr>
          <a:xfrm>
            <a:off x="6031725" y="3193561"/>
            <a:ext cx="24306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atin typeface="Lexend"/>
                <a:ea typeface="Lexend"/>
                <a:cs typeface="Lexend"/>
                <a:sym typeface="Lexen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V1">
  <p:cSld name="CUSTOM_8">
    <p:bg>
      <p:bgPr>
        <a:solidFill>
          <a:schemeClr val="accent3"/>
        </a:solidFill>
      </p:bgPr>
    </p:bg>
    <p:spTree>
      <p:nvGrpSpPr>
        <p:cNvPr id="525" name="Shape 525"/>
        <p:cNvGrpSpPr/>
        <p:nvPr/>
      </p:nvGrpSpPr>
      <p:grpSpPr>
        <a:xfrm>
          <a:off x="0" y="0"/>
          <a:ext cx="0" cy="0"/>
          <a:chOff x="0" y="0"/>
          <a:chExt cx="0" cy="0"/>
        </a:xfrm>
      </p:grpSpPr>
      <p:sp>
        <p:nvSpPr>
          <p:cNvPr id="526" name="Google Shape;526;p75"/>
          <p:cNvSpPr txBox="1"/>
          <p:nvPr>
            <p:ph type="title"/>
          </p:nvPr>
        </p:nvSpPr>
        <p:spPr>
          <a:xfrm>
            <a:off x="640336" y="3853289"/>
            <a:ext cx="53397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7" name="Google Shape;527;p75"/>
          <p:cNvSpPr/>
          <p:nvPr>
            <p:ph idx="2" type="pic"/>
          </p:nvPr>
        </p:nvSpPr>
        <p:spPr>
          <a:xfrm>
            <a:off x="1224650" y="2088671"/>
            <a:ext cx="413400" cy="413400"/>
          </a:xfrm>
          <a:prstGeom prst="rect">
            <a:avLst/>
          </a:prstGeom>
          <a:noFill/>
          <a:ln>
            <a:noFill/>
          </a:ln>
        </p:spPr>
      </p:sp>
      <p:sp>
        <p:nvSpPr>
          <p:cNvPr id="528" name="Google Shape;528;p75"/>
          <p:cNvSpPr/>
          <p:nvPr>
            <p:ph idx="3" type="pic"/>
          </p:nvPr>
        </p:nvSpPr>
        <p:spPr>
          <a:xfrm>
            <a:off x="3105050" y="2088671"/>
            <a:ext cx="413400" cy="413400"/>
          </a:xfrm>
          <a:prstGeom prst="rect">
            <a:avLst/>
          </a:prstGeom>
          <a:noFill/>
          <a:ln>
            <a:noFill/>
          </a:ln>
        </p:spPr>
      </p:sp>
      <p:sp>
        <p:nvSpPr>
          <p:cNvPr id="529" name="Google Shape;529;p75"/>
          <p:cNvSpPr/>
          <p:nvPr>
            <p:ph idx="4" type="pic"/>
          </p:nvPr>
        </p:nvSpPr>
        <p:spPr>
          <a:xfrm>
            <a:off x="4998488" y="2088671"/>
            <a:ext cx="413400" cy="413400"/>
          </a:xfrm>
          <a:prstGeom prst="rect">
            <a:avLst/>
          </a:prstGeom>
          <a:noFill/>
          <a:ln>
            <a:noFill/>
          </a:ln>
        </p:spPr>
      </p:sp>
      <p:sp>
        <p:nvSpPr>
          <p:cNvPr id="530" name="Google Shape;530;p75"/>
          <p:cNvSpPr/>
          <p:nvPr>
            <p:ph idx="5" type="pic"/>
          </p:nvPr>
        </p:nvSpPr>
        <p:spPr>
          <a:xfrm>
            <a:off x="6891938" y="2088671"/>
            <a:ext cx="413400" cy="413400"/>
          </a:xfrm>
          <a:prstGeom prst="rect">
            <a:avLst/>
          </a:prstGeom>
          <a:noFill/>
          <a:ln>
            <a:noFill/>
          </a:ln>
        </p:spPr>
      </p:sp>
      <p:sp>
        <p:nvSpPr>
          <p:cNvPr id="531" name="Google Shape;531;p75"/>
          <p:cNvSpPr txBox="1"/>
          <p:nvPr>
            <p:ph idx="1" type="body"/>
          </p:nvPr>
        </p:nvSpPr>
        <p:spPr>
          <a:xfrm>
            <a:off x="700775" y="4573925"/>
            <a:ext cx="53064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V2">
  <p:cSld name="CUSTOM_9">
    <p:spTree>
      <p:nvGrpSpPr>
        <p:cNvPr id="532" name="Shape 532"/>
        <p:cNvGrpSpPr/>
        <p:nvPr/>
      </p:nvGrpSpPr>
      <p:grpSpPr>
        <a:xfrm>
          <a:off x="0" y="0"/>
          <a:ext cx="0" cy="0"/>
          <a:chOff x="0" y="0"/>
          <a:chExt cx="0" cy="0"/>
        </a:xfrm>
      </p:grpSpPr>
      <p:sp>
        <p:nvSpPr>
          <p:cNvPr id="533" name="Google Shape;533;p76"/>
          <p:cNvSpPr txBox="1"/>
          <p:nvPr>
            <p:ph type="title"/>
          </p:nvPr>
        </p:nvSpPr>
        <p:spPr>
          <a:xfrm>
            <a:off x="640336" y="3853289"/>
            <a:ext cx="53397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4" name="Google Shape;534;p76"/>
          <p:cNvSpPr txBox="1"/>
          <p:nvPr>
            <p:ph idx="1" type="body"/>
          </p:nvPr>
        </p:nvSpPr>
        <p:spPr>
          <a:xfrm>
            <a:off x="700775" y="4573925"/>
            <a:ext cx="53064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ly Calendar">
  <p:cSld name="CUSTOM_10">
    <p:bg>
      <p:bgPr>
        <a:solidFill>
          <a:schemeClr val="lt1"/>
        </a:solidFill>
      </p:bgPr>
    </p:bg>
    <p:spTree>
      <p:nvGrpSpPr>
        <p:cNvPr id="535" name="Shape 535"/>
        <p:cNvGrpSpPr/>
        <p:nvPr/>
      </p:nvGrpSpPr>
      <p:grpSpPr>
        <a:xfrm>
          <a:off x="0" y="0"/>
          <a:ext cx="0" cy="0"/>
          <a:chOff x="0" y="0"/>
          <a:chExt cx="0" cy="0"/>
        </a:xfrm>
      </p:grpSpPr>
      <p:sp>
        <p:nvSpPr>
          <p:cNvPr id="536" name="Google Shape;536;p77"/>
          <p:cNvSpPr/>
          <p:nvPr/>
        </p:nvSpPr>
        <p:spPr>
          <a:xfrm>
            <a:off x="4700100" y="0"/>
            <a:ext cx="4443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77"/>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1pPr>
            <a:lvl2pPr indent="-266700" lvl="1" marL="914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2pPr>
            <a:lvl3pPr indent="-266700" lvl="2" marL="1371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3pPr>
            <a:lvl4pPr indent="-266700" lvl="3" marL="1828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4pPr>
            <a:lvl5pPr indent="-266700" lvl="4" marL="22860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5pPr>
            <a:lvl6pPr indent="-266700" lvl="5" marL="2743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6pPr>
            <a:lvl7pPr indent="-266700" lvl="6" marL="3200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7pPr>
            <a:lvl8pPr indent="-266700" lvl="7" marL="3657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8pPr>
            <a:lvl9pPr indent="-266700" lvl="8" marL="4114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9pPr>
          </a:lstStyle>
          <a:p/>
        </p:txBody>
      </p:sp>
      <p:sp>
        <p:nvSpPr>
          <p:cNvPr id="538" name="Google Shape;538;p77"/>
          <p:cNvSpPr txBox="1"/>
          <p:nvPr>
            <p:ph idx="2" type="subTitle"/>
          </p:nvPr>
        </p:nvSpPr>
        <p:spPr>
          <a:xfrm>
            <a:off x="689050" y="531800"/>
            <a:ext cx="15072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39" name="Google Shape;539;p77"/>
          <p:cNvSpPr/>
          <p:nvPr>
            <p:ph idx="3" type="pic"/>
          </p:nvPr>
        </p:nvSpPr>
        <p:spPr>
          <a:xfrm>
            <a:off x="5299922" y="644675"/>
            <a:ext cx="273600" cy="273600"/>
          </a:xfrm>
          <a:prstGeom prst="rect">
            <a:avLst/>
          </a:prstGeom>
          <a:noFill/>
          <a:ln>
            <a:noFill/>
          </a:ln>
        </p:spPr>
      </p:sp>
      <p:sp>
        <p:nvSpPr>
          <p:cNvPr id="540" name="Google Shape;540;p77"/>
          <p:cNvSpPr/>
          <p:nvPr>
            <p:ph idx="4" type="pic"/>
          </p:nvPr>
        </p:nvSpPr>
        <p:spPr>
          <a:xfrm>
            <a:off x="5299922" y="1678237"/>
            <a:ext cx="273600" cy="273600"/>
          </a:xfrm>
          <a:prstGeom prst="rect">
            <a:avLst/>
          </a:prstGeom>
          <a:noFill/>
          <a:ln>
            <a:noFill/>
          </a:ln>
        </p:spPr>
      </p:sp>
      <p:sp>
        <p:nvSpPr>
          <p:cNvPr id="541" name="Google Shape;541;p77"/>
          <p:cNvSpPr txBox="1"/>
          <p:nvPr>
            <p:ph idx="5" type="body"/>
          </p:nvPr>
        </p:nvSpPr>
        <p:spPr>
          <a:xfrm>
            <a:off x="5529550" y="557100"/>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542" name="Google Shape;542;p77"/>
          <p:cNvSpPr txBox="1"/>
          <p:nvPr>
            <p:ph idx="6" type="body"/>
          </p:nvPr>
        </p:nvSpPr>
        <p:spPr>
          <a:xfrm>
            <a:off x="5529554" y="678452"/>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543" name="Google Shape;543;p77"/>
          <p:cNvSpPr txBox="1"/>
          <p:nvPr>
            <p:ph idx="7" type="body"/>
          </p:nvPr>
        </p:nvSpPr>
        <p:spPr>
          <a:xfrm>
            <a:off x="5529550" y="1636031"/>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544" name="Google Shape;544;p77"/>
          <p:cNvSpPr txBox="1"/>
          <p:nvPr>
            <p:ph idx="8" type="body"/>
          </p:nvPr>
        </p:nvSpPr>
        <p:spPr>
          <a:xfrm>
            <a:off x="5529554" y="1757384"/>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545" name="Google Shape;545;p77"/>
          <p:cNvSpPr/>
          <p:nvPr>
            <p:ph idx="9" type="pic"/>
          </p:nvPr>
        </p:nvSpPr>
        <p:spPr>
          <a:xfrm>
            <a:off x="5299922" y="2765266"/>
            <a:ext cx="273600" cy="273600"/>
          </a:xfrm>
          <a:prstGeom prst="rect">
            <a:avLst/>
          </a:prstGeom>
          <a:noFill/>
          <a:ln>
            <a:noFill/>
          </a:ln>
        </p:spPr>
      </p:sp>
      <p:sp>
        <p:nvSpPr>
          <p:cNvPr id="546" name="Google Shape;546;p77"/>
          <p:cNvSpPr txBox="1"/>
          <p:nvPr>
            <p:ph idx="13" type="body"/>
          </p:nvPr>
        </p:nvSpPr>
        <p:spPr>
          <a:xfrm>
            <a:off x="5529550" y="2723054"/>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547" name="Google Shape;547;p77"/>
          <p:cNvSpPr txBox="1"/>
          <p:nvPr>
            <p:ph idx="14" type="body"/>
          </p:nvPr>
        </p:nvSpPr>
        <p:spPr>
          <a:xfrm>
            <a:off x="5529554" y="2844406"/>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
        <p:nvSpPr>
          <p:cNvPr id="548" name="Google Shape;548;p77"/>
          <p:cNvSpPr/>
          <p:nvPr>
            <p:ph idx="15" type="pic"/>
          </p:nvPr>
        </p:nvSpPr>
        <p:spPr>
          <a:xfrm>
            <a:off x="5299922" y="3852616"/>
            <a:ext cx="273600" cy="273600"/>
          </a:xfrm>
          <a:prstGeom prst="rect">
            <a:avLst/>
          </a:prstGeom>
          <a:noFill/>
          <a:ln>
            <a:noFill/>
          </a:ln>
        </p:spPr>
      </p:sp>
      <p:sp>
        <p:nvSpPr>
          <p:cNvPr id="549" name="Google Shape;549;p77"/>
          <p:cNvSpPr txBox="1"/>
          <p:nvPr>
            <p:ph idx="16" type="body"/>
          </p:nvPr>
        </p:nvSpPr>
        <p:spPr>
          <a:xfrm>
            <a:off x="5529550" y="3810398"/>
            <a:ext cx="3091500" cy="268500"/>
          </a:xfrm>
          <a:prstGeom prst="rect">
            <a:avLst/>
          </a:prstGeom>
        </p:spPr>
        <p:txBody>
          <a:bodyPr anchorCtr="0" anchor="t" bIns="91425" lIns="91425" spcFirstLastPara="1" rIns="91425" wrap="square" tIns="91425">
            <a:no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550" name="Google Shape;550;p77"/>
          <p:cNvSpPr txBox="1"/>
          <p:nvPr>
            <p:ph idx="17" type="body"/>
          </p:nvPr>
        </p:nvSpPr>
        <p:spPr>
          <a:xfrm>
            <a:off x="5529554" y="3931751"/>
            <a:ext cx="3091500" cy="68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ExtraLight"/>
              <a:buChar char="●"/>
              <a:defRPr sz="1200">
                <a:latin typeface="Lexend ExtraLight"/>
                <a:ea typeface="Lexend ExtraLight"/>
                <a:cs typeface="Lexend ExtraLight"/>
                <a:sym typeface="Lexend ExtraLight"/>
              </a:defRPr>
            </a:lvl1pPr>
            <a:lvl2pPr indent="-304800" lvl="1" marL="914400">
              <a:spcBef>
                <a:spcPts val="0"/>
              </a:spcBef>
              <a:spcAft>
                <a:spcPts val="0"/>
              </a:spcAft>
              <a:buSzPts val="1200"/>
              <a:buFont typeface="Lexend ExtraLight"/>
              <a:buChar char="○"/>
              <a:defRPr sz="1200">
                <a:latin typeface="Lexend ExtraLight"/>
                <a:ea typeface="Lexend ExtraLight"/>
                <a:cs typeface="Lexend ExtraLight"/>
                <a:sym typeface="Lexend ExtraLight"/>
              </a:defRPr>
            </a:lvl2pPr>
            <a:lvl3pPr indent="-304800" lvl="2" marL="1371600">
              <a:spcBef>
                <a:spcPts val="0"/>
              </a:spcBef>
              <a:spcAft>
                <a:spcPts val="0"/>
              </a:spcAft>
              <a:buSzPts val="1200"/>
              <a:buFont typeface="Lexend ExtraLight"/>
              <a:buChar char="■"/>
              <a:defRPr sz="1200">
                <a:latin typeface="Lexend ExtraLight"/>
                <a:ea typeface="Lexend ExtraLight"/>
                <a:cs typeface="Lexend ExtraLight"/>
                <a:sym typeface="Lexend ExtraLight"/>
              </a:defRPr>
            </a:lvl3pPr>
            <a:lvl4pPr indent="-304800" lvl="3" marL="1828800">
              <a:spcBef>
                <a:spcPts val="0"/>
              </a:spcBef>
              <a:spcAft>
                <a:spcPts val="0"/>
              </a:spcAft>
              <a:buSzPts val="1200"/>
              <a:buFont typeface="Lexend ExtraLight"/>
              <a:buChar char="●"/>
              <a:defRPr sz="1200">
                <a:latin typeface="Lexend ExtraLight"/>
                <a:ea typeface="Lexend ExtraLight"/>
                <a:cs typeface="Lexend ExtraLight"/>
                <a:sym typeface="Lexend ExtraLight"/>
              </a:defRPr>
            </a:lvl4pPr>
            <a:lvl5pPr indent="-304800" lvl="4" marL="2286000">
              <a:spcBef>
                <a:spcPts val="0"/>
              </a:spcBef>
              <a:spcAft>
                <a:spcPts val="0"/>
              </a:spcAft>
              <a:buSzPts val="1200"/>
              <a:buFont typeface="Lexend ExtraLight"/>
              <a:buChar char="○"/>
              <a:defRPr>
                <a:latin typeface="Lexend ExtraLight"/>
                <a:ea typeface="Lexend ExtraLight"/>
                <a:cs typeface="Lexend ExtraLight"/>
                <a:sym typeface="Lexend ExtraLight"/>
              </a:defRPr>
            </a:lvl5pPr>
            <a:lvl6pPr indent="-304800" lvl="5" marL="2743200">
              <a:spcBef>
                <a:spcPts val="0"/>
              </a:spcBef>
              <a:spcAft>
                <a:spcPts val="0"/>
              </a:spcAft>
              <a:buSzPts val="1200"/>
              <a:buFont typeface="Lexend ExtraLight"/>
              <a:buChar char="■"/>
              <a:defRPr sz="1200">
                <a:latin typeface="Lexend ExtraLight"/>
                <a:ea typeface="Lexend ExtraLight"/>
                <a:cs typeface="Lexend ExtraLight"/>
                <a:sym typeface="Lexend ExtraLight"/>
              </a:defRPr>
            </a:lvl6pPr>
            <a:lvl7pPr indent="-304800" lvl="6" marL="3200400">
              <a:spcBef>
                <a:spcPts val="0"/>
              </a:spcBef>
              <a:spcAft>
                <a:spcPts val="0"/>
              </a:spcAft>
              <a:buSzPts val="1200"/>
              <a:buFont typeface="Lexend ExtraLight"/>
              <a:buChar char="●"/>
              <a:defRPr sz="1200">
                <a:latin typeface="Lexend ExtraLight"/>
                <a:ea typeface="Lexend ExtraLight"/>
                <a:cs typeface="Lexend ExtraLight"/>
                <a:sym typeface="Lexend ExtraLight"/>
              </a:defRPr>
            </a:lvl7pPr>
            <a:lvl8pPr indent="-304800" lvl="7" marL="3657600">
              <a:spcBef>
                <a:spcPts val="0"/>
              </a:spcBef>
              <a:spcAft>
                <a:spcPts val="0"/>
              </a:spcAft>
              <a:buSzPts val="1200"/>
              <a:buFont typeface="Lexend ExtraLight"/>
              <a:buChar char="○"/>
              <a:defRPr sz="1200">
                <a:latin typeface="Lexend ExtraLight"/>
                <a:ea typeface="Lexend ExtraLight"/>
                <a:cs typeface="Lexend ExtraLight"/>
                <a:sym typeface="Lexend ExtraLight"/>
              </a:defRPr>
            </a:lvl8pPr>
            <a:lvl9pPr indent="-304800" lvl="8" marL="4114800">
              <a:spcBef>
                <a:spcPts val="0"/>
              </a:spcBef>
              <a:spcAft>
                <a:spcPts val="0"/>
              </a:spcAft>
              <a:buSzPts val="1200"/>
              <a:buFont typeface="Lexend ExtraLight"/>
              <a:buChar char="■"/>
              <a:defRPr sz="1200">
                <a:latin typeface="Lexend ExtraLight"/>
                <a:ea typeface="Lexend ExtraLight"/>
                <a:cs typeface="Lexend ExtraLight"/>
                <a:sym typeface="Lexend ExtraLight"/>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p:cSld name="CUSTOM_11">
    <p:bg>
      <p:bgPr>
        <a:solidFill>
          <a:schemeClr val="accent3"/>
        </a:solidFill>
      </p:bgPr>
    </p:bg>
    <p:spTree>
      <p:nvGrpSpPr>
        <p:cNvPr id="551" name="Shape 551"/>
        <p:cNvGrpSpPr/>
        <p:nvPr/>
      </p:nvGrpSpPr>
      <p:grpSpPr>
        <a:xfrm>
          <a:off x="0" y="0"/>
          <a:ext cx="0" cy="0"/>
          <a:chOff x="0" y="0"/>
          <a:chExt cx="0" cy="0"/>
        </a:xfrm>
      </p:grpSpPr>
      <p:sp>
        <p:nvSpPr>
          <p:cNvPr id="552" name="Google Shape;552;p78"/>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553" name="Google Shape;553;p78"/>
          <p:cNvSpPr txBox="1"/>
          <p:nvPr>
            <p:ph type="title"/>
          </p:nvPr>
        </p:nvSpPr>
        <p:spPr>
          <a:xfrm>
            <a:off x="661574" y="424278"/>
            <a:ext cx="51513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4" name="Google Shape;554;p78"/>
          <p:cNvSpPr txBox="1"/>
          <p:nvPr>
            <p:ph idx="2" type="body"/>
          </p:nvPr>
        </p:nvSpPr>
        <p:spPr>
          <a:xfrm>
            <a:off x="687900"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555" name="Google Shape;555;p78"/>
          <p:cNvSpPr txBox="1"/>
          <p:nvPr>
            <p:ph idx="3" type="body"/>
          </p:nvPr>
        </p:nvSpPr>
        <p:spPr>
          <a:xfrm>
            <a:off x="2262132"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556" name="Google Shape;556;p78"/>
          <p:cNvSpPr txBox="1"/>
          <p:nvPr>
            <p:ph idx="4" type="body"/>
          </p:nvPr>
        </p:nvSpPr>
        <p:spPr>
          <a:xfrm>
            <a:off x="3827041"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557" name="Google Shape;557;p78"/>
          <p:cNvSpPr txBox="1"/>
          <p:nvPr>
            <p:ph idx="5" type="body"/>
          </p:nvPr>
        </p:nvSpPr>
        <p:spPr>
          <a:xfrm>
            <a:off x="5397375"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558" name="Google Shape;558;p78"/>
          <p:cNvSpPr txBox="1"/>
          <p:nvPr>
            <p:ph idx="6" type="body"/>
          </p:nvPr>
        </p:nvSpPr>
        <p:spPr>
          <a:xfrm>
            <a:off x="6956568" y="1296524"/>
            <a:ext cx="1446000" cy="357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SemiBold"/>
              <a:buChar char="●"/>
              <a:defRPr sz="1200">
                <a:latin typeface="Lexend SemiBold"/>
                <a:ea typeface="Lexend SemiBold"/>
                <a:cs typeface="Lexend SemiBold"/>
                <a:sym typeface="Lexend SemiBold"/>
              </a:defRPr>
            </a:lvl1pPr>
            <a:lvl2pPr indent="-304800" lvl="1" marL="914400">
              <a:spcBef>
                <a:spcPts val="0"/>
              </a:spcBef>
              <a:spcAft>
                <a:spcPts val="0"/>
              </a:spcAft>
              <a:buSzPts val="1200"/>
              <a:buFont typeface="Lexend SemiBold"/>
              <a:buChar char="○"/>
              <a:defRPr sz="1200">
                <a:latin typeface="Lexend SemiBold"/>
                <a:ea typeface="Lexend SemiBold"/>
                <a:cs typeface="Lexend SemiBold"/>
                <a:sym typeface="Lexend SemiBold"/>
              </a:defRPr>
            </a:lvl2pPr>
            <a:lvl3pPr indent="-304800" lvl="2" marL="1371600">
              <a:spcBef>
                <a:spcPts val="0"/>
              </a:spcBef>
              <a:spcAft>
                <a:spcPts val="0"/>
              </a:spcAft>
              <a:buSzPts val="1200"/>
              <a:buFont typeface="Lexend SemiBold"/>
              <a:buChar char="■"/>
              <a:defRPr sz="1200">
                <a:latin typeface="Lexend SemiBold"/>
                <a:ea typeface="Lexend SemiBold"/>
                <a:cs typeface="Lexend SemiBold"/>
                <a:sym typeface="Lexend SemiBold"/>
              </a:defRPr>
            </a:lvl3pPr>
            <a:lvl4pPr indent="-304800" lvl="3" marL="1828800">
              <a:spcBef>
                <a:spcPts val="0"/>
              </a:spcBef>
              <a:spcAft>
                <a:spcPts val="0"/>
              </a:spcAft>
              <a:buSzPts val="1200"/>
              <a:buFont typeface="Lexend SemiBold"/>
              <a:buChar char="●"/>
              <a:defRPr sz="1200">
                <a:latin typeface="Lexend SemiBold"/>
                <a:ea typeface="Lexend SemiBold"/>
                <a:cs typeface="Lexend SemiBold"/>
                <a:sym typeface="Lexend SemiBold"/>
              </a:defRPr>
            </a:lvl4pPr>
            <a:lvl5pPr indent="-304800" lvl="4" marL="2286000">
              <a:spcBef>
                <a:spcPts val="0"/>
              </a:spcBef>
              <a:spcAft>
                <a:spcPts val="0"/>
              </a:spcAft>
              <a:buSzPts val="1200"/>
              <a:buFont typeface="Lexend SemiBold"/>
              <a:buChar char="○"/>
              <a:defRPr>
                <a:latin typeface="Lexend SemiBold"/>
                <a:ea typeface="Lexend SemiBold"/>
                <a:cs typeface="Lexend SemiBold"/>
                <a:sym typeface="Lexend SemiBold"/>
              </a:defRPr>
            </a:lvl5pPr>
            <a:lvl6pPr indent="-304800" lvl="5" marL="2743200">
              <a:spcBef>
                <a:spcPts val="0"/>
              </a:spcBef>
              <a:spcAft>
                <a:spcPts val="0"/>
              </a:spcAft>
              <a:buSzPts val="1200"/>
              <a:buFont typeface="Lexend SemiBold"/>
              <a:buChar char="■"/>
              <a:defRPr sz="1200">
                <a:latin typeface="Lexend SemiBold"/>
                <a:ea typeface="Lexend SemiBold"/>
                <a:cs typeface="Lexend SemiBold"/>
                <a:sym typeface="Lexend SemiBold"/>
              </a:defRPr>
            </a:lvl6pPr>
            <a:lvl7pPr indent="-304800" lvl="6" marL="3200400">
              <a:spcBef>
                <a:spcPts val="0"/>
              </a:spcBef>
              <a:spcAft>
                <a:spcPts val="0"/>
              </a:spcAft>
              <a:buSzPts val="1200"/>
              <a:buFont typeface="Lexend SemiBold"/>
              <a:buChar char="●"/>
              <a:defRPr sz="1200">
                <a:latin typeface="Lexend SemiBold"/>
                <a:ea typeface="Lexend SemiBold"/>
                <a:cs typeface="Lexend SemiBold"/>
                <a:sym typeface="Lexend SemiBold"/>
              </a:defRPr>
            </a:lvl7pPr>
            <a:lvl8pPr indent="-304800" lvl="7" marL="3657600">
              <a:spcBef>
                <a:spcPts val="0"/>
              </a:spcBef>
              <a:spcAft>
                <a:spcPts val="0"/>
              </a:spcAft>
              <a:buSzPts val="1200"/>
              <a:buFont typeface="Lexend SemiBold"/>
              <a:buChar char="○"/>
              <a:defRPr sz="1200">
                <a:latin typeface="Lexend SemiBold"/>
                <a:ea typeface="Lexend SemiBold"/>
                <a:cs typeface="Lexend SemiBold"/>
                <a:sym typeface="Lexend SemiBold"/>
              </a:defRPr>
            </a:lvl8pPr>
            <a:lvl9pPr indent="-304800" lvl="8" marL="4114800">
              <a:spcBef>
                <a:spcPts val="0"/>
              </a:spcBef>
              <a:spcAft>
                <a:spcPts val="0"/>
              </a:spcAft>
              <a:buSzPts val="1200"/>
              <a:buFont typeface="Lexend SemiBold"/>
              <a:buChar char="■"/>
              <a:defRPr sz="1200">
                <a:latin typeface="Lexend SemiBold"/>
                <a:ea typeface="Lexend SemiBold"/>
                <a:cs typeface="Lexend SemiBold"/>
                <a:sym typeface="Lexend SemiBold"/>
              </a:defRPr>
            </a:lvl9pPr>
          </a:lstStyle>
          <a:p/>
        </p:txBody>
      </p:sp>
      <p:sp>
        <p:nvSpPr>
          <p:cNvPr id="559" name="Google Shape;559;p78"/>
          <p:cNvSpPr/>
          <p:nvPr>
            <p:ph idx="7" type="pic"/>
          </p:nvPr>
        </p:nvSpPr>
        <p:spPr>
          <a:xfrm>
            <a:off x="727950" y="1764075"/>
            <a:ext cx="304500" cy="304500"/>
          </a:xfrm>
          <a:prstGeom prst="rect">
            <a:avLst/>
          </a:prstGeom>
          <a:noFill/>
          <a:ln>
            <a:noFill/>
          </a:ln>
        </p:spPr>
      </p:sp>
      <p:sp>
        <p:nvSpPr>
          <p:cNvPr id="560" name="Google Shape;560;p78"/>
          <p:cNvSpPr/>
          <p:nvPr>
            <p:ph idx="8" type="pic"/>
          </p:nvPr>
        </p:nvSpPr>
        <p:spPr>
          <a:xfrm>
            <a:off x="727950" y="2320438"/>
            <a:ext cx="304500" cy="304500"/>
          </a:xfrm>
          <a:prstGeom prst="rect">
            <a:avLst/>
          </a:prstGeom>
          <a:noFill/>
          <a:ln>
            <a:noFill/>
          </a:ln>
        </p:spPr>
      </p:sp>
      <p:sp>
        <p:nvSpPr>
          <p:cNvPr id="561" name="Google Shape;561;p78"/>
          <p:cNvSpPr/>
          <p:nvPr>
            <p:ph idx="9" type="pic"/>
          </p:nvPr>
        </p:nvSpPr>
        <p:spPr>
          <a:xfrm>
            <a:off x="727950" y="2860788"/>
            <a:ext cx="304500" cy="304500"/>
          </a:xfrm>
          <a:prstGeom prst="rect">
            <a:avLst/>
          </a:prstGeom>
          <a:noFill/>
          <a:ln>
            <a:noFill/>
          </a:ln>
        </p:spPr>
      </p:sp>
      <p:sp>
        <p:nvSpPr>
          <p:cNvPr id="562" name="Google Shape;562;p78"/>
          <p:cNvSpPr/>
          <p:nvPr>
            <p:ph idx="13" type="pic"/>
          </p:nvPr>
        </p:nvSpPr>
        <p:spPr>
          <a:xfrm>
            <a:off x="727950" y="3401138"/>
            <a:ext cx="304500" cy="304500"/>
          </a:xfrm>
          <a:prstGeom prst="rect">
            <a:avLst/>
          </a:prstGeom>
          <a:noFill/>
          <a:ln>
            <a:noFill/>
          </a:ln>
        </p:spPr>
      </p:sp>
      <p:sp>
        <p:nvSpPr>
          <p:cNvPr id="563" name="Google Shape;563;p78"/>
          <p:cNvSpPr/>
          <p:nvPr>
            <p:ph idx="14" type="pic"/>
          </p:nvPr>
        </p:nvSpPr>
        <p:spPr>
          <a:xfrm>
            <a:off x="2296475" y="1764075"/>
            <a:ext cx="304500" cy="304500"/>
          </a:xfrm>
          <a:prstGeom prst="rect">
            <a:avLst/>
          </a:prstGeom>
          <a:noFill/>
          <a:ln>
            <a:noFill/>
          </a:ln>
        </p:spPr>
      </p:sp>
      <p:sp>
        <p:nvSpPr>
          <p:cNvPr id="564" name="Google Shape;564;p78"/>
          <p:cNvSpPr/>
          <p:nvPr>
            <p:ph idx="15" type="pic"/>
          </p:nvPr>
        </p:nvSpPr>
        <p:spPr>
          <a:xfrm>
            <a:off x="3865000" y="1764075"/>
            <a:ext cx="304500" cy="304500"/>
          </a:xfrm>
          <a:prstGeom prst="rect">
            <a:avLst/>
          </a:prstGeom>
          <a:noFill/>
          <a:ln>
            <a:noFill/>
          </a:ln>
        </p:spPr>
      </p:sp>
      <p:sp>
        <p:nvSpPr>
          <p:cNvPr id="565" name="Google Shape;565;p78"/>
          <p:cNvSpPr/>
          <p:nvPr>
            <p:ph idx="16" type="pic"/>
          </p:nvPr>
        </p:nvSpPr>
        <p:spPr>
          <a:xfrm>
            <a:off x="5433525" y="1764075"/>
            <a:ext cx="304500" cy="304500"/>
          </a:xfrm>
          <a:prstGeom prst="rect">
            <a:avLst/>
          </a:prstGeom>
          <a:noFill/>
          <a:ln>
            <a:noFill/>
          </a:ln>
        </p:spPr>
      </p:sp>
      <p:sp>
        <p:nvSpPr>
          <p:cNvPr id="566" name="Google Shape;566;p78"/>
          <p:cNvSpPr/>
          <p:nvPr>
            <p:ph idx="17" type="pic"/>
          </p:nvPr>
        </p:nvSpPr>
        <p:spPr>
          <a:xfrm>
            <a:off x="7002050" y="1764075"/>
            <a:ext cx="304500" cy="304500"/>
          </a:xfrm>
          <a:prstGeom prst="rect">
            <a:avLst/>
          </a:prstGeom>
          <a:noFill/>
          <a:ln>
            <a:noFill/>
          </a:ln>
        </p:spPr>
      </p:sp>
      <p:sp>
        <p:nvSpPr>
          <p:cNvPr id="567" name="Google Shape;567;p78"/>
          <p:cNvSpPr/>
          <p:nvPr>
            <p:ph idx="18" type="pic"/>
          </p:nvPr>
        </p:nvSpPr>
        <p:spPr>
          <a:xfrm>
            <a:off x="2296475" y="2320438"/>
            <a:ext cx="304500" cy="304500"/>
          </a:xfrm>
          <a:prstGeom prst="rect">
            <a:avLst/>
          </a:prstGeom>
          <a:noFill/>
          <a:ln>
            <a:noFill/>
          </a:ln>
        </p:spPr>
      </p:sp>
      <p:sp>
        <p:nvSpPr>
          <p:cNvPr id="568" name="Google Shape;568;p78"/>
          <p:cNvSpPr/>
          <p:nvPr>
            <p:ph idx="19" type="pic"/>
          </p:nvPr>
        </p:nvSpPr>
        <p:spPr>
          <a:xfrm>
            <a:off x="2296475" y="2860788"/>
            <a:ext cx="304500" cy="304500"/>
          </a:xfrm>
          <a:prstGeom prst="rect">
            <a:avLst/>
          </a:prstGeom>
          <a:noFill/>
          <a:ln>
            <a:noFill/>
          </a:ln>
        </p:spPr>
      </p:sp>
      <p:sp>
        <p:nvSpPr>
          <p:cNvPr id="569" name="Google Shape;569;p78"/>
          <p:cNvSpPr/>
          <p:nvPr>
            <p:ph idx="20" type="pic"/>
          </p:nvPr>
        </p:nvSpPr>
        <p:spPr>
          <a:xfrm>
            <a:off x="2296475" y="3401138"/>
            <a:ext cx="304500" cy="304500"/>
          </a:xfrm>
          <a:prstGeom prst="rect">
            <a:avLst/>
          </a:prstGeom>
          <a:noFill/>
          <a:ln>
            <a:noFill/>
          </a:ln>
        </p:spPr>
      </p:sp>
      <p:sp>
        <p:nvSpPr>
          <p:cNvPr id="570" name="Google Shape;570;p78"/>
          <p:cNvSpPr/>
          <p:nvPr>
            <p:ph idx="21" type="pic"/>
          </p:nvPr>
        </p:nvSpPr>
        <p:spPr>
          <a:xfrm>
            <a:off x="3865000" y="2320438"/>
            <a:ext cx="304500" cy="304500"/>
          </a:xfrm>
          <a:prstGeom prst="rect">
            <a:avLst/>
          </a:prstGeom>
          <a:noFill/>
          <a:ln>
            <a:noFill/>
          </a:ln>
        </p:spPr>
      </p:sp>
      <p:sp>
        <p:nvSpPr>
          <p:cNvPr id="571" name="Google Shape;571;p78"/>
          <p:cNvSpPr/>
          <p:nvPr>
            <p:ph idx="22" type="pic"/>
          </p:nvPr>
        </p:nvSpPr>
        <p:spPr>
          <a:xfrm>
            <a:off x="3865000" y="2860788"/>
            <a:ext cx="304500" cy="304500"/>
          </a:xfrm>
          <a:prstGeom prst="rect">
            <a:avLst/>
          </a:prstGeom>
          <a:noFill/>
          <a:ln>
            <a:noFill/>
          </a:ln>
        </p:spPr>
      </p:sp>
      <p:sp>
        <p:nvSpPr>
          <p:cNvPr id="572" name="Google Shape;572;p78"/>
          <p:cNvSpPr/>
          <p:nvPr>
            <p:ph idx="23" type="pic"/>
          </p:nvPr>
        </p:nvSpPr>
        <p:spPr>
          <a:xfrm>
            <a:off x="3865000" y="3401138"/>
            <a:ext cx="304500" cy="304500"/>
          </a:xfrm>
          <a:prstGeom prst="rect">
            <a:avLst/>
          </a:prstGeom>
          <a:noFill/>
          <a:ln>
            <a:noFill/>
          </a:ln>
        </p:spPr>
      </p:sp>
      <p:sp>
        <p:nvSpPr>
          <p:cNvPr id="573" name="Google Shape;573;p78"/>
          <p:cNvSpPr/>
          <p:nvPr>
            <p:ph idx="24" type="pic"/>
          </p:nvPr>
        </p:nvSpPr>
        <p:spPr>
          <a:xfrm>
            <a:off x="5433525" y="2320438"/>
            <a:ext cx="304500" cy="304500"/>
          </a:xfrm>
          <a:prstGeom prst="rect">
            <a:avLst/>
          </a:prstGeom>
          <a:noFill/>
          <a:ln>
            <a:noFill/>
          </a:ln>
        </p:spPr>
      </p:sp>
      <p:sp>
        <p:nvSpPr>
          <p:cNvPr id="574" name="Google Shape;574;p78"/>
          <p:cNvSpPr/>
          <p:nvPr>
            <p:ph idx="25" type="pic"/>
          </p:nvPr>
        </p:nvSpPr>
        <p:spPr>
          <a:xfrm>
            <a:off x="5433525" y="2860788"/>
            <a:ext cx="304500" cy="304500"/>
          </a:xfrm>
          <a:prstGeom prst="rect">
            <a:avLst/>
          </a:prstGeom>
          <a:noFill/>
          <a:ln>
            <a:noFill/>
          </a:ln>
        </p:spPr>
      </p:sp>
      <p:sp>
        <p:nvSpPr>
          <p:cNvPr id="575" name="Google Shape;575;p78"/>
          <p:cNvSpPr/>
          <p:nvPr>
            <p:ph idx="26" type="pic"/>
          </p:nvPr>
        </p:nvSpPr>
        <p:spPr>
          <a:xfrm>
            <a:off x="5433525" y="3401138"/>
            <a:ext cx="304500" cy="304500"/>
          </a:xfrm>
          <a:prstGeom prst="rect">
            <a:avLst/>
          </a:prstGeom>
          <a:noFill/>
          <a:ln>
            <a:noFill/>
          </a:ln>
        </p:spPr>
      </p:sp>
      <p:sp>
        <p:nvSpPr>
          <p:cNvPr id="576" name="Google Shape;576;p78"/>
          <p:cNvSpPr/>
          <p:nvPr>
            <p:ph idx="27" type="pic"/>
          </p:nvPr>
        </p:nvSpPr>
        <p:spPr>
          <a:xfrm>
            <a:off x="7002050" y="2320438"/>
            <a:ext cx="304500" cy="304500"/>
          </a:xfrm>
          <a:prstGeom prst="rect">
            <a:avLst/>
          </a:prstGeom>
          <a:noFill/>
          <a:ln>
            <a:noFill/>
          </a:ln>
        </p:spPr>
      </p:sp>
      <p:sp>
        <p:nvSpPr>
          <p:cNvPr id="577" name="Google Shape;577;p78"/>
          <p:cNvSpPr/>
          <p:nvPr>
            <p:ph idx="28" type="pic"/>
          </p:nvPr>
        </p:nvSpPr>
        <p:spPr>
          <a:xfrm>
            <a:off x="7002050" y="2860788"/>
            <a:ext cx="304500" cy="304500"/>
          </a:xfrm>
          <a:prstGeom prst="rect">
            <a:avLst/>
          </a:prstGeom>
          <a:noFill/>
          <a:ln>
            <a:noFill/>
          </a:ln>
        </p:spPr>
      </p:sp>
      <p:sp>
        <p:nvSpPr>
          <p:cNvPr id="578" name="Google Shape;578;p78"/>
          <p:cNvSpPr/>
          <p:nvPr>
            <p:ph idx="29" type="pic"/>
          </p:nvPr>
        </p:nvSpPr>
        <p:spPr>
          <a:xfrm>
            <a:off x="7002050" y="3401138"/>
            <a:ext cx="304500" cy="304500"/>
          </a:xfrm>
          <a:prstGeom prst="rect">
            <a:avLst/>
          </a:prstGeom>
          <a:noFill/>
          <a:ln>
            <a:noFill/>
          </a:ln>
        </p:spPr>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Load Time Optimization">
  <p:cSld name="CUSTOM_13">
    <p:spTree>
      <p:nvGrpSpPr>
        <p:cNvPr id="579" name="Shape 579"/>
        <p:cNvGrpSpPr/>
        <p:nvPr/>
      </p:nvGrpSpPr>
      <p:grpSpPr>
        <a:xfrm>
          <a:off x="0" y="0"/>
          <a:ext cx="0" cy="0"/>
          <a:chOff x="0" y="0"/>
          <a:chExt cx="0" cy="0"/>
        </a:xfrm>
      </p:grpSpPr>
      <p:sp>
        <p:nvSpPr>
          <p:cNvPr id="580" name="Google Shape;580;p79"/>
          <p:cNvSpPr/>
          <p:nvPr>
            <p:ph idx="2" type="pic"/>
          </p:nvPr>
        </p:nvSpPr>
        <p:spPr>
          <a:xfrm>
            <a:off x="791050" y="1977650"/>
            <a:ext cx="1307100" cy="1956600"/>
          </a:xfrm>
          <a:prstGeom prst="rect">
            <a:avLst/>
          </a:prstGeom>
          <a:noFill/>
          <a:ln>
            <a:noFill/>
          </a:ln>
        </p:spPr>
      </p:sp>
      <p:sp>
        <p:nvSpPr>
          <p:cNvPr id="581" name="Google Shape;581;p79"/>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582" name="Google Shape;582;p79"/>
          <p:cNvSpPr txBox="1"/>
          <p:nvPr>
            <p:ph type="title"/>
          </p:nvPr>
        </p:nvSpPr>
        <p:spPr>
          <a:xfrm>
            <a:off x="661576" y="424275"/>
            <a:ext cx="78909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3" name="Google Shape;583;p79"/>
          <p:cNvSpPr txBox="1"/>
          <p:nvPr>
            <p:ph idx="3" type="body"/>
          </p:nvPr>
        </p:nvSpPr>
        <p:spPr>
          <a:xfrm>
            <a:off x="1890825" y="3120325"/>
            <a:ext cx="1186200" cy="2034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SzPts val="800"/>
              <a:buFont typeface="Lexend SemiBold"/>
              <a:buChar char="●"/>
              <a:defRPr sz="800">
                <a:latin typeface="Lexend SemiBold"/>
                <a:ea typeface="Lexend SemiBold"/>
                <a:cs typeface="Lexend SemiBold"/>
                <a:sym typeface="Lexend SemiBold"/>
              </a:defRPr>
            </a:lvl1pPr>
            <a:lvl2pPr indent="-279400" lvl="1" marL="914400">
              <a:spcBef>
                <a:spcPts val="0"/>
              </a:spcBef>
              <a:spcAft>
                <a:spcPts val="0"/>
              </a:spcAft>
              <a:buSzPts val="800"/>
              <a:buFont typeface="Lexend SemiBold"/>
              <a:buChar char="○"/>
              <a:defRPr sz="800">
                <a:latin typeface="Lexend SemiBold"/>
                <a:ea typeface="Lexend SemiBold"/>
                <a:cs typeface="Lexend SemiBold"/>
                <a:sym typeface="Lexend SemiBold"/>
              </a:defRPr>
            </a:lvl2pPr>
            <a:lvl3pPr indent="-279400" lvl="2" marL="1371600">
              <a:spcBef>
                <a:spcPts val="0"/>
              </a:spcBef>
              <a:spcAft>
                <a:spcPts val="0"/>
              </a:spcAft>
              <a:buSzPts val="800"/>
              <a:buFont typeface="Lexend SemiBold"/>
              <a:buChar char="■"/>
              <a:defRPr sz="800">
                <a:latin typeface="Lexend SemiBold"/>
                <a:ea typeface="Lexend SemiBold"/>
                <a:cs typeface="Lexend SemiBold"/>
                <a:sym typeface="Lexend SemiBold"/>
              </a:defRPr>
            </a:lvl3pPr>
            <a:lvl4pPr indent="-279400" lvl="3" marL="1828800">
              <a:spcBef>
                <a:spcPts val="0"/>
              </a:spcBef>
              <a:spcAft>
                <a:spcPts val="0"/>
              </a:spcAft>
              <a:buSzPts val="800"/>
              <a:buFont typeface="Lexend SemiBold"/>
              <a:buChar char="●"/>
              <a:defRPr sz="800">
                <a:latin typeface="Lexend SemiBold"/>
                <a:ea typeface="Lexend SemiBold"/>
                <a:cs typeface="Lexend SemiBold"/>
                <a:sym typeface="Lexend SemiBold"/>
              </a:defRPr>
            </a:lvl4pPr>
            <a:lvl5pPr indent="-279400" lvl="4" marL="2286000">
              <a:spcBef>
                <a:spcPts val="0"/>
              </a:spcBef>
              <a:spcAft>
                <a:spcPts val="0"/>
              </a:spcAft>
              <a:buSzPts val="800"/>
              <a:buFont typeface="Lexend SemiBold"/>
              <a:buChar char="○"/>
              <a:defRPr sz="800">
                <a:latin typeface="Lexend SemiBold"/>
                <a:ea typeface="Lexend SemiBold"/>
                <a:cs typeface="Lexend SemiBold"/>
                <a:sym typeface="Lexend SemiBold"/>
              </a:defRPr>
            </a:lvl5pPr>
            <a:lvl6pPr indent="-279400" lvl="5" marL="2743200">
              <a:spcBef>
                <a:spcPts val="0"/>
              </a:spcBef>
              <a:spcAft>
                <a:spcPts val="0"/>
              </a:spcAft>
              <a:buSzPts val="800"/>
              <a:buFont typeface="Lexend SemiBold"/>
              <a:buChar char="■"/>
              <a:defRPr sz="800">
                <a:latin typeface="Lexend SemiBold"/>
                <a:ea typeface="Lexend SemiBold"/>
                <a:cs typeface="Lexend SemiBold"/>
                <a:sym typeface="Lexend SemiBold"/>
              </a:defRPr>
            </a:lvl6pPr>
            <a:lvl7pPr indent="-279400" lvl="6" marL="3200400">
              <a:spcBef>
                <a:spcPts val="0"/>
              </a:spcBef>
              <a:spcAft>
                <a:spcPts val="0"/>
              </a:spcAft>
              <a:buSzPts val="800"/>
              <a:buFont typeface="Lexend SemiBold"/>
              <a:buChar char="●"/>
              <a:defRPr sz="800">
                <a:latin typeface="Lexend SemiBold"/>
                <a:ea typeface="Lexend SemiBold"/>
                <a:cs typeface="Lexend SemiBold"/>
                <a:sym typeface="Lexend SemiBold"/>
              </a:defRPr>
            </a:lvl7pPr>
            <a:lvl8pPr indent="-279400" lvl="7" marL="3657600">
              <a:spcBef>
                <a:spcPts val="0"/>
              </a:spcBef>
              <a:spcAft>
                <a:spcPts val="0"/>
              </a:spcAft>
              <a:buSzPts val="800"/>
              <a:buFont typeface="Lexend SemiBold"/>
              <a:buChar char="○"/>
              <a:defRPr sz="800">
                <a:latin typeface="Lexend SemiBold"/>
                <a:ea typeface="Lexend SemiBold"/>
                <a:cs typeface="Lexend SemiBold"/>
                <a:sym typeface="Lexend SemiBold"/>
              </a:defRPr>
            </a:lvl8pPr>
            <a:lvl9pPr indent="-279400" lvl="8" marL="4114800">
              <a:spcBef>
                <a:spcPts val="0"/>
              </a:spcBef>
              <a:spcAft>
                <a:spcPts val="0"/>
              </a:spcAft>
              <a:buSzPts val="800"/>
              <a:buFont typeface="Lexend SemiBold"/>
              <a:buChar char="■"/>
              <a:defRPr sz="800">
                <a:latin typeface="Lexend SemiBold"/>
                <a:ea typeface="Lexend SemiBold"/>
                <a:cs typeface="Lexend SemiBold"/>
                <a:sym typeface="Lexend SemiBold"/>
              </a:defRPr>
            </a:lvl9pPr>
          </a:lstStyle>
          <a:p/>
        </p:txBody>
      </p:sp>
      <p:sp>
        <p:nvSpPr>
          <p:cNvPr id="584" name="Google Shape;584;p79"/>
          <p:cNvSpPr txBox="1"/>
          <p:nvPr>
            <p:ph idx="4" type="body"/>
          </p:nvPr>
        </p:nvSpPr>
        <p:spPr>
          <a:xfrm>
            <a:off x="1890825" y="3446750"/>
            <a:ext cx="1186200" cy="8235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SzPts val="800"/>
              <a:buFont typeface="Lexend ExtraLight"/>
              <a:buChar char="●"/>
              <a:defRPr sz="800">
                <a:latin typeface="Lexend ExtraLight"/>
                <a:ea typeface="Lexend ExtraLight"/>
                <a:cs typeface="Lexend ExtraLight"/>
                <a:sym typeface="Lexend ExtraLight"/>
              </a:defRPr>
            </a:lvl1pPr>
            <a:lvl2pPr indent="-279400" lvl="1" marL="914400">
              <a:spcBef>
                <a:spcPts val="0"/>
              </a:spcBef>
              <a:spcAft>
                <a:spcPts val="0"/>
              </a:spcAft>
              <a:buSzPts val="800"/>
              <a:buFont typeface="Lexend ExtraLight"/>
              <a:buChar char="○"/>
              <a:defRPr sz="800">
                <a:latin typeface="Lexend ExtraLight"/>
                <a:ea typeface="Lexend ExtraLight"/>
                <a:cs typeface="Lexend ExtraLight"/>
                <a:sym typeface="Lexend ExtraLight"/>
              </a:defRPr>
            </a:lvl2pPr>
            <a:lvl3pPr indent="-279400" lvl="2" marL="1371600">
              <a:spcBef>
                <a:spcPts val="0"/>
              </a:spcBef>
              <a:spcAft>
                <a:spcPts val="0"/>
              </a:spcAft>
              <a:buSzPts val="800"/>
              <a:buFont typeface="Lexend ExtraLight"/>
              <a:buChar char="■"/>
              <a:defRPr sz="800">
                <a:latin typeface="Lexend ExtraLight"/>
                <a:ea typeface="Lexend ExtraLight"/>
                <a:cs typeface="Lexend ExtraLight"/>
                <a:sym typeface="Lexend ExtraLight"/>
              </a:defRPr>
            </a:lvl3pPr>
            <a:lvl4pPr indent="-279400" lvl="3" marL="1828800">
              <a:spcBef>
                <a:spcPts val="0"/>
              </a:spcBef>
              <a:spcAft>
                <a:spcPts val="0"/>
              </a:spcAft>
              <a:buSzPts val="800"/>
              <a:buFont typeface="Lexend ExtraLight"/>
              <a:buChar char="●"/>
              <a:defRPr sz="800">
                <a:latin typeface="Lexend ExtraLight"/>
                <a:ea typeface="Lexend ExtraLight"/>
                <a:cs typeface="Lexend ExtraLight"/>
                <a:sym typeface="Lexend ExtraLight"/>
              </a:defRPr>
            </a:lvl4pPr>
            <a:lvl5pPr indent="-279400" lvl="4" marL="2286000">
              <a:spcBef>
                <a:spcPts val="0"/>
              </a:spcBef>
              <a:spcAft>
                <a:spcPts val="0"/>
              </a:spcAft>
              <a:buSzPts val="800"/>
              <a:buFont typeface="Lexend ExtraLight"/>
              <a:buChar char="○"/>
              <a:defRPr sz="800">
                <a:latin typeface="Lexend ExtraLight"/>
                <a:ea typeface="Lexend ExtraLight"/>
                <a:cs typeface="Lexend ExtraLight"/>
                <a:sym typeface="Lexend ExtraLight"/>
              </a:defRPr>
            </a:lvl5pPr>
            <a:lvl6pPr indent="-279400" lvl="5" marL="2743200">
              <a:spcBef>
                <a:spcPts val="0"/>
              </a:spcBef>
              <a:spcAft>
                <a:spcPts val="0"/>
              </a:spcAft>
              <a:buSzPts val="800"/>
              <a:buFont typeface="Lexend ExtraLight"/>
              <a:buChar char="■"/>
              <a:defRPr sz="800">
                <a:latin typeface="Lexend ExtraLight"/>
                <a:ea typeface="Lexend ExtraLight"/>
                <a:cs typeface="Lexend ExtraLight"/>
                <a:sym typeface="Lexend ExtraLight"/>
              </a:defRPr>
            </a:lvl6pPr>
            <a:lvl7pPr indent="-279400" lvl="6" marL="3200400">
              <a:spcBef>
                <a:spcPts val="0"/>
              </a:spcBef>
              <a:spcAft>
                <a:spcPts val="0"/>
              </a:spcAft>
              <a:buSzPts val="800"/>
              <a:buFont typeface="Lexend ExtraLight"/>
              <a:buChar char="●"/>
              <a:defRPr sz="800">
                <a:latin typeface="Lexend ExtraLight"/>
                <a:ea typeface="Lexend ExtraLight"/>
                <a:cs typeface="Lexend ExtraLight"/>
                <a:sym typeface="Lexend ExtraLight"/>
              </a:defRPr>
            </a:lvl7pPr>
            <a:lvl8pPr indent="-279400" lvl="7" marL="3657600">
              <a:spcBef>
                <a:spcPts val="0"/>
              </a:spcBef>
              <a:spcAft>
                <a:spcPts val="0"/>
              </a:spcAft>
              <a:buSzPts val="800"/>
              <a:buFont typeface="Lexend ExtraLight"/>
              <a:buChar char="○"/>
              <a:defRPr sz="800">
                <a:latin typeface="Lexend ExtraLight"/>
                <a:ea typeface="Lexend ExtraLight"/>
                <a:cs typeface="Lexend ExtraLight"/>
                <a:sym typeface="Lexend ExtraLight"/>
              </a:defRPr>
            </a:lvl8pPr>
            <a:lvl9pPr indent="-279400" lvl="8" marL="4114800">
              <a:spcBef>
                <a:spcPts val="0"/>
              </a:spcBef>
              <a:spcAft>
                <a:spcPts val="0"/>
              </a:spcAft>
              <a:buSzPts val="800"/>
              <a:buFont typeface="Lexend ExtraLight"/>
              <a:buChar char="■"/>
              <a:defRPr sz="800">
                <a:latin typeface="Lexend ExtraLight"/>
                <a:ea typeface="Lexend ExtraLight"/>
                <a:cs typeface="Lexend ExtraLight"/>
                <a:sym typeface="Lexend ExtraLight"/>
              </a:defRPr>
            </a:lvl9pPr>
          </a:lstStyle>
          <a:p/>
        </p:txBody>
      </p:sp>
      <p:sp>
        <p:nvSpPr>
          <p:cNvPr id="585" name="Google Shape;585;p79"/>
          <p:cNvSpPr/>
          <p:nvPr>
            <p:ph idx="5" type="pic"/>
          </p:nvPr>
        </p:nvSpPr>
        <p:spPr>
          <a:xfrm>
            <a:off x="1890828" y="2891499"/>
            <a:ext cx="277800" cy="277800"/>
          </a:xfrm>
          <a:prstGeom prst="rect">
            <a:avLst/>
          </a:prstGeom>
          <a:noFill/>
          <a:ln>
            <a:noFill/>
          </a:ln>
        </p:spPr>
      </p:sp>
      <p:sp>
        <p:nvSpPr>
          <p:cNvPr id="586" name="Google Shape;586;p79"/>
          <p:cNvSpPr txBox="1"/>
          <p:nvPr>
            <p:ph idx="6" type="subTitle"/>
          </p:nvPr>
        </p:nvSpPr>
        <p:spPr>
          <a:xfrm>
            <a:off x="5908675"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587" name="Google Shape;587;p79"/>
          <p:cNvSpPr txBox="1"/>
          <p:nvPr>
            <p:ph idx="7" type="body"/>
          </p:nvPr>
        </p:nvSpPr>
        <p:spPr>
          <a:xfrm>
            <a:off x="5901025" y="2091050"/>
            <a:ext cx="27621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588" name="Google Shape;588;p79"/>
          <p:cNvSpPr txBox="1"/>
          <p:nvPr>
            <p:ph idx="8" type="body"/>
          </p:nvPr>
        </p:nvSpPr>
        <p:spPr>
          <a:xfrm>
            <a:off x="5908675" y="3140275"/>
            <a:ext cx="27123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Collaboration">
  <p:cSld name="CUSTOM_13_1">
    <p:spTree>
      <p:nvGrpSpPr>
        <p:cNvPr id="589" name="Shape 589"/>
        <p:cNvGrpSpPr/>
        <p:nvPr/>
      </p:nvGrpSpPr>
      <p:grpSpPr>
        <a:xfrm>
          <a:off x="0" y="0"/>
          <a:ext cx="0" cy="0"/>
          <a:chOff x="0" y="0"/>
          <a:chExt cx="0" cy="0"/>
        </a:xfrm>
      </p:grpSpPr>
      <p:sp>
        <p:nvSpPr>
          <p:cNvPr id="590" name="Google Shape;590;p80"/>
          <p:cNvSpPr/>
          <p:nvPr>
            <p:ph idx="2" type="pic"/>
          </p:nvPr>
        </p:nvSpPr>
        <p:spPr>
          <a:xfrm>
            <a:off x="2876100" y="1977650"/>
            <a:ext cx="1307100" cy="1956600"/>
          </a:xfrm>
          <a:prstGeom prst="rect">
            <a:avLst/>
          </a:prstGeom>
          <a:noFill/>
          <a:ln>
            <a:noFill/>
          </a:ln>
        </p:spPr>
      </p:sp>
      <p:sp>
        <p:nvSpPr>
          <p:cNvPr id="591" name="Google Shape;591;p80"/>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592" name="Google Shape;592;p80"/>
          <p:cNvSpPr txBox="1"/>
          <p:nvPr>
            <p:ph type="title"/>
          </p:nvPr>
        </p:nvSpPr>
        <p:spPr>
          <a:xfrm>
            <a:off x="661575" y="424275"/>
            <a:ext cx="77406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3" name="Google Shape;593;p80"/>
          <p:cNvSpPr/>
          <p:nvPr>
            <p:ph idx="3" type="pic"/>
          </p:nvPr>
        </p:nvSpPr>
        <p:spPr>
          <a:xfrm>
            <a:off x="1890828" y="2891499"/>
            <a:ext cx="277800" cy="277800"/>
          </a:xfrm>
          <a:prstGeom prst="rect">
            <a:avLst/>
          </a:prstGeom>
          <a:noFill/>
          <a:ln>
            <a:noFill/>
          </a:ln>
        </p:spPr>
      </p:sp>
      <p:sp>
        <p:nvSpPr>
          <p:cNvPr id="594" name="Google Shape;594;p80"/>
          <p:cNvSpPr txBox="1"/>
          <p:nvPr>
            <p:ph idx="4" type="subTitle"/>
          </p:nvPr>
        </p:nvSpPr>
        <p:spPr>
          <a:xfrm>
            <a:off x="5908675"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595" name="Google Shape;595;p80"/>
          <p:cNvSpPr txBox="1"/>
          <p:nvPr>
            <p:ph idx="5" type="body"/>
          </p:nvPr>
        </p:nvSpPr>
        <p:spPr>
          <a:xfrm>
            <a:off x="5901025" y="2091050"/>
            <a:ext cx="24588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596" name="Google Shape;596;p80"/>
          <p:cNvSpPr txBox="1"/>
          <p:nvPr>
            <p:ph idx="6" type="body"/>
          </p:nvPr>
        </p:nvSpPr>
        <p:spPr>
          <a:xfrm>
            <a:off x="5908675" y="3140275"/>
            <a:ext cx="24507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HitGub Integration">
  <p:cSld name="CUSTOM_13_1_1">
    <p:spTree>
      <p:nvGrpSpPr>
        <p:cNvPr id="597" name="Shape 597"/>
        <p:cNvGrpSpPr/>
        <p:nvPr/>
      </p:nvGrpSpPr>
      <p:grpSpPr>
        <a:xfrm>
          <a:off x="0" y="0"/>
          <a:ext cx="0" cy="0"/>
          <a:chOff x="0" y="0"/>
          <a:chExt cx="0" cy="0"/>
        </a:xfrm>
      </p:grpSpPr>
      <p:sp>
        <p:nvSpPr>
          <p:cNvPr id="598" name="Google Shape;598;p81"/>
          <p:cNvSpPr/>
          <p:nvPr>
            <p:ph idx="2" type="pic"/>
          </p:nvPr>
        </p:nvSpPr>
        <p:spPr>
          <a:xfrm>
            <a:off x="4960075" y="1977650"/>
            <a:ext cx="1307100" cy="1956600"/>
          </a:xfrm>
          <a:prstGeom prst="rect">
            <a:avLst/>
          </a:prstGeom>
          <a:noFill/>
          <a:ln>
            <a:noFill/>
          </a:ln>
        </p:spPr>
      </p:sp>
      <p:sp>
        <p:nvSpPr>
          <p:cNvPr id="599" name="Google Shape;599;p81"/>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600" name="Google Shape;600;p81"/>
          <p:cNvSpPr/>
          <p:nvPr>
            <p:ph idx="3" type="pic"/>
          </p:nvPr>
        </p:nvSpPr>
        <p:spPr>
          <a:xfrm>
            <a:off x="6068328" y="2891499"/>
            <a:ext cx="277800" cy="277800"/>
          </a:xfrm>
          <a:prstGeom prst="rect">
            <a:avLst/>
          </a:prstGeom>
          <a:noFill/>
          <a:ln>
            <a:noFill/>
          </a:ln>
        </p:spPr>
      </p:sp>
      <p:sp>
        <p:nvSpPr>
          <p:cNvPr id="601" name="Google Shape;601;p81"/>
          <p:cNvSpPr txBox="1"/>
          <p:nvPr>
            <p:ph idx="4" type="subTitle"/>
          </p:nvPr>
        </p:nvSpPr>
        <p:spPr>
          <a:xfrm>
            <a:off x="684150"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602" name="Google Shape;602;p81"/>
          <p:cNvSpPr txBox="1"/>
          <p:nvPr>
            <p:ph idx="5" type="body"/>
          </p:nvPr>
        </p:nvSpPr>
        <p:spPr>
          <a:xfrm>
            <a:off x="676500" y="2091050"/>
            <a:ext cx="27426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603" name="Google Shape;603;p81"/>
          <p:cNvSpPr txBox="1"/>
          <p:nvPr>
            <p:ph idx="6" type="body"/>
          </p:nvPr>
        </p:nvSpPr>
        <p:spPr>
          <a:xfrm>
            <a:off x="684150" y="3140275"/>
            <a:ext cx="24507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604" name="Google Shape;604;p81"/>
          <p:cNvSpPr txBox="1"/>
          <p:nvPr>
            <p:ph type="title"/>
          </p:nvPr>
        </p:nvSpPr>
        <p:spPr>
          <a:xfrm>
            <a:off x="661575" y="424275"/>
            <a:ext cx="77406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 Event Tracking">
  <p:cSld name="CUSTOM_13_1_1_1">
    <p:spTree>
      <p:nvGrpSpPr>
        <p:cNvPr id="605" name="Shape 605"/>
        <p:cNvGrpSpPr/>
        <p:nvPr/>
      </p:nvGrpSpPr>
      <p:grpSpPr>
        <a:xfrm>
          <a:off x="0" y="0"/>
          <a:ext cx="0" cy="0"/>
          <a:chOff x="0" y="0"/>
          <a:chExt cx="0" cy="0"/>
        </a:xfrm>
      </p:grpSpPr>
      <p:sp>
        <p:nvSpPr>
          <p:cNvPr id="606" name="Google Shape;606;p82"/>
          <p:cNvSpPr/>
          <p:nvPr>
            <p:ph idx="2" type="pic"/>
          </p:nvPr>
        </p:nvSpPr>
        <p:spPr>
          <a:xfrm>
            <a:off x="7053750" y="1977650"/>
            <a:ext cx="1307100" cy="1956600"/>
          </a:xfrm>
          <a:prstGeom prst="rect">
            <a:avLst/>
          </a:prstGeom>
          <a:noFill/>
          <a:ln>
            <a:noFill/>
          </a:ln>
        </p:spPr>
      </p:sp>
      <p:sp>
        <p:nvSpPr>
          <p:cNvPr id="607" name="Google Shape;607;p82"/>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608" name="Google Shape;608;p82"/>
          <p:cNvSpPr txBox="1"/>
          <p:nvPr>
            <p:ph type="title"/>
          </p:nvPr>
        </p:nvSpPr>
        <p:spPr>
          <a:xfrm>
            <a:off x="661576" y="424275"/>
            <a:ext cx="78558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9" name="Google Shape;609;p82"/>
          <p:cNvSpPr/>
          <p:nvPr>
            <p:ph idx="3" type="pic"/>
          </p:nvPr>
        </p:nvSpPr>
        <p:spPr>
          <a:xfrm>
            <a:off x="6068328" y="2891499"/>
            <a:ext cx="277800" cy="277800"/>
          </a:xfrm>
          <a:prstGeom prst="rect">
            <a:avLst/>
          </a:prstGeom>
          <a:noFill/>
          <a:ln>
            <a:noFill/>
          </a:ln>
        </p:spPr>
      </p:sp>
      <p:sp>
        <p:nvSpPr>
          <p:cNvPr id="610" name="Google Shape;610;p82"/>
          <p:cNvSpPr txBox="1"/>
          <p:nvPr>
            <p:ph idx="4" type="subTitle"/>
          </p:nvPr>
        </p:nvSpPr>
        <p:spPr>
          <a:xfrm>
            <a:off x="684150" y="1894800"/>
            <a:ext cx="24510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None/>
              <a:defRPr/>
            </a:lvl1pPr>
            <a:lvl2pPr lvl="1">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2pPr>
            <a:lvl3pPr lvl="2">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3pPr>
            <a:lvl4pPr lvl="3">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4pPr>
            <a:lvl5pPr lvl="4">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5pPr>
            <a:lvl6pPr lvl="5">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6pPr>
            <a:lvl7pPr lvl="6">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7pPr>
            <a:lvl8pPr lvl="7">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8pPr>
            <a:lvl9pPr lvl="8">
              <a:spcBef>
                <a:spcPts val="0"/>
              </a:spcBef>
              <a:spcAft>
                <a:spcPts val="0"/>
              </a:spcAft>
              <a:buClr>
                <a:schemeClr val="lt1"/>
              </a:buClr>
              <a:buSzPts val="1200"/>
              <a:buFont typeface="Lexend SemiBold"/>
              <a:buNone/>
              <a:defRPr sz="1200">
                <a:solidFill>
                  <a:schemeClr val="lt1"/>
                </a:solidFill>
                <a:latin typeface="Lexend SemiBold"/>
                <a:ea typeface="Lexend SemiBold"/>
                <a:cs typeface="Lexend SemiBold"/>
                <a:sym typeface="Lexend SemiBold"/>
              </a:defRPr>
            </a:lvl9pPr>
          </a:lstStyle>
          <a:p/>
        </p:txBody>
      </p:sp>
      <p:sp>
        <p:nvSpPr>
          <p:cNvPr id="611" name="Google Shape;611;p82"/>
          <p:cNvSpPr txBox="1"/>
          <p:nvPr>
            <p:ph idx="5" type="body"/>
          </p:nvPr>
        </p:nvSpPr>
        <p:spPr>
          <a:xfrm>
            <a:off x="676500" y="2091050"/>
            <a:ext cx="2677500" cy="92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612" name="Google Shape;612;p82"/>
          <p:cNvSpPr txBox="1"/>
          <p:nvPr>
            <p:ph idx="6" type="body"/>
          </p:nvPr>
        </p:nvSpPr>
        <p:spPr>
          <a:xfrm>
            <a:off x="684150" y="3140275"/>
            <a:ext cx="2450700" cy="15477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 Risks">
  <p:cSld name="CUSTOM_14">
    <p:spTree>
      <p:nvGrpSpPr>
        <p:cNvPr id="613" name="Shape 613"/>
        <p:cNvGrpSpPr/>
        <p:nvPr/>
      </p:nvGrpSpPr>
      <p:grpSpPr>
        <a:xfrm>
          <a:off x="0" y="0"/>
          <a:ext cx="0" cy="0"/>
          <a:chOff x="0" y="0"/>
          <a:chExt cx="0" cy="0"/>
        </a:xfrm>
      </p:grpSpPr>
      <p:sp>
        <p:nvSpPr>
          <p:cNvPr id="614" name="Google Shape;614;p83"/>
          <p:cNvSpPr/>
          <p:nvPr>
            <p:ph idx="2" type="pic"/>
          </p:nvPr>
        </p:nvSpPr>
        <p:spPr>
          <a:xfrm>
            <a:off x="5215175" y="0"/>
            <a:ext cx="3928800" cy="5143500"/>
          </a:xfrm>
          <a:prstGeom prst="rect">
            <a:avLst/>
          </a:prstGeom>
          <a:noFill/>
          <a:ln>
            <a:noFill/>
          </a:ln>
        </p:spPr>
      </p:sp>
      <p:sp>
        <p:nvSpPr>
          <p:cNvPr id="615" name="Google Shape;615;p83"/>
          <p:cNvSpPr txBox="1"/>
          <p:nvPr>
            <p:ph idx="1" type="body"/>
          </p:nvPr>
        </p:nvSpPr>
        <p:spPr>
          <a:xfrm>
            <a:off x="687900" y="292725"/>
            <a:ext cx="37554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616" name="Google Shape;616;p83"/>
          <p:cNvSpPr txBox="1"/>
          <p:nvPr>
            <p:ph idx="3" type="subTitle"/>
          </p:nvPr>
        </p:nvSpPr>
        <p:spPr>
          <a:xfrm>
            <a:off x="689235" y="531804"/>
            <a:ext cx="37542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latin typeface="Lexend"/>
                <a:ea typeface="Lexend"/>
                <a:cs typeface="Lexend"/>
                <a:sym typeface="Lexen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17" name="Google Shape;617;p83"/>
          <p:cNvSpPr txBox="1"/>
          <p:nvPr>
            <p:ph idx="4" type="body"/>
          </p:nvPr>
        </p:nvSpPr>
        <p:spPr>
          <a:xfrm>
            <a:off x="688425" y="941550"/>
            <a:ext cx="3755400" cy="16920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618" name="Google Shape;618;p83"/>
          <p:cNvSpPr txBox="1"/>
          <p:nvPr>
            <p:ph idx="5" type="body"/>
          </p:nvPr>
        </p:nvSpPr>
        <p:spPr>
          <a:xfrm>
            <a:off x="1129400" y="2768850"/>
            <a:ext cx="3314400" cy="1692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16">
    <p:bg>
      <p:bgPr>
        <a:solidFill>
          <a:schemeClr val="accent3"/>
        </a:solidFill>
      </p:bgPr>
    </p:bg>
    <p:spTree>
      <p:nvGrpSpPr>
        <p:cNvPr id="619" name="Shape 619"/>
        <p:cNvGrpSpPr/>
        <p:nvPr/>
      </p:nvGrpSpPr>
      <p:grpSpPr>
        <a:xfrm>
          <a:off x="0" y="0"/>
          <a:ext cx="0" cy="0"/>
          <a:chOff x="0" y="0"/>
          <a:chExt cx="0" cy="0"/>
        </a:xfrm>
      </p:grpSpPr>
      <p:sp>
        <p:nvSpPr>
          <p:cNvPr id="620" name="Google Shape;620;p84"/>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621" name="Google Shape;621;p84"/>
          <p:cNvSpPr txBox="1"/>
          <p:nvPr>
            <p:ph type="title"/>
          </p:nvPr>
        </p:nvSpPr>
        <p:spPr>
          <a:xfrm>
            <a:off x="646035" y="424278"/>
            <a:ext cx="5151300" cy="86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48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2" name="Google Shape;622;p84"/>
          <p:cNvSpPr txBox="1"/>
          <p:nvPr>
            <p:ph idx="2" type="body"/>
          </p:nvPr>
        </p:nvSpPr>
        <p:spPr>
          <a:xfrm>
            <a:off x="688425" y="1433475"/>
            <a:ext cx="2867400" cy="1677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SzPts val="1200"/>
              <a:buFont typeface="Lexend Light"/>
              <a:buChar char="●"/>
              <a:defRPr sz="1200">
                <a:latin typeface="Lexend Light"/>
                <a:ea typeface="Lexend Light"/>
                <a:cs typeface="Lexend Light"/>
                <a:sym typeface="Lexend Light"/>
              </a:defRPr>
            </a:lvl1pPr>
            <a:lvl2pPr indent="-304800" lvl="1" marL="914400">
              <a:spcBef>
                <a:spcPts val="0"/>
              </a:spcBef>
              <a:spcAft>
                <a:spcPts val="0"/>
              </a:spcAft>
              <a:buSzPts val="1200"/>
              <a:buFont typeface="Lexend Light"/>
              <a:buChar char="○"/>
              <a:defRPr sz="1200">
                <a:latin typeface="Lexend Light"/>
                <a:ea typeface="Lexend Light"/>
                <a:cs typeface="Lexend Light"/>
                <a:sym typeface="Lexend Light"/>
              </a:defRPr>
            </a:lvl2pPr>
            <a:lvl3pPr indent="-304800" lvl="2" marL="1371600">
              <a:spcBef>
                <a:spcPts val="0"/>
              </a:spcBef>
              <a:spcAft>
                <a:spcPts val="0"/>
              </a:spcAft>
              <a:buSzPts val="1200"/>
              <a:buFont typeface="Lexend Light"/>
              <a:buChar char="■"/>
              <a:defRPr sz="1200">
                <a:latin typeface="Lexend Light"/>
                <a:ea typeface="Lexend Light"/>
                <a:cs typeface="Lexend Light"/>
                <a:sym typeface="Lexend Light"/>
              </a:defRPr>
            </a:lvl3pPr>
            <a:lvl4pPr indent="-304800" lvl="3" marL="1828800">
              <a:spcBef>
                <a:spcPts val="0"/>
              </a:spcBef>
              <a:spcAft>
                <a:spcPts val="0"/>
              </a:spcAft>
              <a:buSzPts val="1200"/>
              <a:buFont typeface="Lexend Light"/>
              <a:buChar char="●"/>
              <a:defRPr sz="1200">
                <a:latin typeface="Lexend Light"/>
                <a:ea typeface="Lexend Light"/>
                <a:cs typeface="Lexend Light"/>
                <a:sym typeface="Lexend Light"/>
              </a:defRPr>
            </a:lvl4pPr>
            <a:lvl5pPr indent="-304800" lvl="4" marL="2286000">
              <a:spcBef>
                <a:spcPts val="0"/>
              </a:spcBef>
              <a:spcAft>
                <a:spcPts val="0"/>
              </a:spcAft>
              <a:buSzPts val="1200"/>
              <a:buFont typeface="Lexend Light"/>
              <a:buChar char="○"/>
              <a:defRPr>
                <a:latin typeface="Lexend Light"/>
                <a:ea typeface="Lexend Light"/>
                <a:cs typeface="Lexend Light"/>
                <a:sym typeface="Lexend Light"/>
              </a:defRPr>
            </a:lvl5pPr>
            <a:lvl6pPr indent="-304800" lvl="5" marL="2743200">
              <a:spcBef>
                <a:spcPts val="0"/>
              </a:spcBef>
              <a:spcAft>
                <a:spcPts val="0"/>
              </a:spcAft>
              <a:buSzPts val="1200"/>
              <a:buFont typeface="Lexend Light"/>
              <a:buChar char="■"/>
              <a:defRPr sz="1200">
                <a:latin typeface="Lexend Light"/>
                <a:ea typeface="Lexend Light"/>
                <a:cs typeface="Lexend Light"/>
                <a:sym typeface="Lexend Light"/>
              </a:defRPr>
            </a:lvl6pPr>
            <a:lvl7pPr indent="-304800" lvl="6" marL="3200400">
              <a:spcBef>
                <a:spcPts val="0"/>
              </a:spcBef>
              <a:spcAft>
                <a:spcPts val="0"/>
              </a:spcAft>
              <a:buSzPts val="1200"/>
              <a:buFont typeface="Lexend Light"/>
              <a:buChar char="●"/>
              <a:defRPr sz="1200">
                <a:latin typeface="Lexend Light"/>
                <a:ea typeface="Lexend Light"/>
                <a:cs typeface="Lexend Light"/>
                <a:sym typeface="Lexend Light"/>
              </a:defRPr>
            </a:lvl7pPr>
            <a:lvl8pPr indent="-304800" lvl="7" marL="3657600">
              <a:spcBef>
                <a:spcPts val="0"/>
              </a:spcBef>
              <a:spcAft>
                <a:spcPts val="0"/>
              </a:spcAft>
              <a:buSzPts val="1200"/>
              <a:buFont typeface="Lexend Light"/>
              <a:buChar char="○"/>
              <a:defRPr sz="1200">
                <a:latin typeface="Lexend Light"/>
                <a:ea typeface="Lexend Light"/>
                <a:cs typeface="Lexend Light"/>
                <a:sym typeface="Lexend Light"/>
              </a:defRPr>
            </a:lvl8pPr>
            <a:lvl9pPr indent="-304800" lvl="8" marL="4114800">
              <a:spcBef>
                <a:spcPts val="0"/>
              </a:spcBef>
              <a:spcAft>
                <a:spcPts val="0"/>
              </a:spcAft>
              <a:buSzPts val="1200"/>
              <a:buFont typeface="Lexend Light"/>
              <a:buChar char="■"/>
              <a:defRPr sz="1200">
                <a:latin typeface="Lexend Light"/>
                <a:ea typeface="Lexend Light"/>
                <a:cs typeface="Lexend Light"/>
                <a:sym typeface="Lexend Light"/>
              </a:defRPr>
            </a:lvl9pPr>
          </a:lstStyle>
          <a:p/>
        </p:txBody>
      </p:sp>
      <p:sp>
        <p:nvSpPr>
          <p:cNvPr id="623" name="Google Shape;623;p84"/>
          <p:cNvSpPr txBox="1"/>
          <p:nvPr>
            <p:ph idx="3" type="body"/>
          </p:nvPr>
        </p:nvSpPr>
        <p:spPr>
          <a:xfrm>
            <a:off x="4724950" y="3620575"/>
            <a:ext cx="38850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624" name="Google Shape;624;p84"/>
          <p:cNvSpPr txBox="1"/>
          <p:nvPr>
            <p:ph idx="4" type="body"/>
          </p:nvPr>
        </p:nvSpPr>
        <p:spPr>
          <a:xfrm>
            <a:off x="4724950" y="2596937"/>
            <a:ext cx="38850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
        <p:nvSpPr>
          <p:cNvPr id="625" name="Google Shape;625;p84"/>
          <p:cNvSpPr txBox="1"/>
          <p:nvPr>
            <p:ph idx="5" type="body"/>
          </p:nvPr>
        </p:nvSpPr>
        <p:spPr>
          <a:xfrm>
            <a:off x="4724950" y="1567600"/>
            <a:ext cx="3885000" cy="679800"/>
          </a:xfrm>
          <a:prstGeom prst="rect">
            <a:avLst/>
          </a:prstGeom>
        </p:spPr>
        <p:txBody>
          <a:bodyPr anchorCtr="0" anchor="t" bIns="91425" lIns="91425" spcFirstLastPara="1" rIns="91425" wrap="square" tIns="91425">
            <a:noAutofit/>
          </a:bodyPr>
          <a:lstStyle>
            <a:lvl1pPr indent="-336550" lvl="0" marL="457200">
              <a:spcBef>
                <a:spcPts val="0"/>
              </a:spcBef>
              <a:spcAft>
                <a:spcPts val="0"/>
              </a:spcAft>
              <a:buSzPts val="1700"/>
              <a:buFont typeface="Lexend ExtraLight"/>
              <a:buChar char="●"/>
              <a:defRPr>
                <a:latin typeface="Lexend ExtraLight"/>
                <a:ea typeface="Lexend ExtraLight"/>
                <a:cs typeface="Lexend ExtraLight"/>
                <a:sym typeface="Lexend ExtraLight"/>
              </a:defRPr>
            </a:lvl1pPr>
            <a:lvl2pPr indent="-336550" lvl="1" marL="914400">
              <a:spcBef>
                <a:spcPts val="0"/>
              </a:spcBef>
              <a:spcAft>
                <a:spcPts val="0"/>
              </a:spcAft>
              <a:buSzPts val="1700"/>
              <a:buFont typeface="Lexend ExtraLight"/>
              <a:buChar char="○"/>
              <a:defRPr sz="1700">
                <a:latin typeface="Lexend ExtraLight"/>
                <a:ea typeface="Lexend ExtraLight"/>
                <a:cs typeface="Lexend ExtraLight"/>
                <a:sym typeface="Lexend ExtraLight"/>
              </a:defRPr>
            </a:lvl2pPr>
            <a:lvl3pPr indent="-336550" lvl="2" marL="1371600">
              <a:spcBef>
                <a:spcPts val="0"/>
              </a:spcBef>
              <a:spcAft>
                <a:spcPts val="0"/>
              </a:spcAft>
              <a:buSzPts val="1700"/>
              <a:buFont typeface="Lexend ExtraLight"/>
              <a:buChar char="■"/>
              <a:defRPr sz="1700">
                <a:latin typeface="Lexend ExtraLight"/>
                <a:ea typeface="Lexend ExtraLight"/>
                <a:cs typeface="Lexend ExtraLight"/>
                <a:sym typeface="Lexend ExtraLight"/>
              </a:defRPr>
            </a:lvl3pPr>
            <a:lvl4pPr indent="-336550" lvl="3" marL="1828800">
              <a:spcBef>
                <a:spcPts val="0"/>
              </a:spcBef>
              <a:spcAft>
                <a:spcPts val="0"/>
              </a:spcAft>
              <a:buSzPts val="1700"/>
              <a:buFont typeface="Lexend ExtraLight"/>
              <a:buChar char="●"/>
              <a:defRPr sz="1700">
                <a:latin typeface="Lexend ExtraLight"/>
                <a:ea typeface="Lexend ExtraLight"/>
                <a:cs typeface="Lexend ExtraLight"/>
                <a:sym typeface="Lexend ExtraLight"/>
              </a:defRPr>
            </a:lvl4pPr>
            <a:lvl5pPr indent="-336550" lvl="4" marL="2286000">
              <a:spcBef>
                <a:spcPts val="0"/>
              </a:spcBef>
              <a:spcAft>
                <a:spcPts val="0"/>
              </a:spcAft>
              <a:buSzPts val="1700"/>
              <a:buFont typeface="Lexend ExtraLight"/>
              <a:buChar char="○"/>
              <a:defRPr sz="1700">
                <a:latin typeface="Lexend ExtraLight"/>
                <a:ea typeface="Lexend ExtraLight"/>
                <a:cs typeface="Lexend ExtraLight"/>
                <a:sym typeface="Lexend ExtraLight"/>
              </a:defRPr>
            </a:lvl5pPr>
            <a:lvl6pPr indent="-336550" lvl="5" marL="2743200">
              <a:spcBef>
                <a:spcPts val="0"/>
              </a:spcBef>
              <a:spcAft>
                <a:spcPts val="0"/>
              </a:spcAft>
              <a:buSzPts val="1700"/>
              <a:buFont typeface="Lexend ExtraLight"/>
              <a:buChar char="■"/>
              <a:defRPr sz="1700">
                <a:latin typeface="Lexend ExtraLight"/>
                <a:ea typeface="Lexend ExtraLight"/>
                <a:cs typeface="Lexend ExtraLight"/>
                <a:sym typeface="Lexend ExtraLight"/>
              </a:defRPr>
            </a:lvl6pPr>
            <a:lvl7pPr indent="-336550" lvl="6" marL="3200400">
              <a:spcBef>
                <a:spcPts val="0"/>
              </a:spcBef>
              <a:spcAft>
                <a:spcPts val="0"/>
              </a:spcAft>
              <a:buSzPts val="1700"/>
              <a:buFont typeface="Lexend ExtraLight"/>
              <a:buChar char="●"/>
              <a:defRPr sz="1700">
                <a:latin typeface="Lexend ExtraLight"/>
                <a:ea typeface="Lexend ExtraLight"/>
                <a:cs typeface="Lexend ExtraLight"/>
                <a:sym typeface="Lexend ExtraLight"/>
              </a:defRPr>
            </a:lvl7pPr>
            <a:lvl8pPr indent="-336550" lvl="7" marL="3657600">
              <a:spcBef>
                <a:spcPts val="0"/>
              </a:spcBef>
              <a:spcAft>
                <a:spcPts val="0"/>
              </a:spcAft>
              <a:buSzPts val="1700"/>
              <a:buFont typeface="Lexend ExtraLight"/>
              <a:buChar char="○"/>
              <a:defRPr sz="1700">
                <a:latin typeface="Lexend ExtraLight"/>
                <a:ea typeface="Lexend ExtraLight"/>
                <a:cs typeface="Lexend ExtraLight"/>
                <a:sym typeface="Lexend ExtraLight"/>
              </a:defRPr>
            </a:lvl8pPr>
            <a:lvl9pPr indent="-336550" lvl="8" marL="4114800">
              <a:spcBef>
                <a:spcPts val="0"/>
              </a:spcBef>
              <a:spcAft>
                <a:spcPts val="0"/>
              </a:spcAft>
              <a:buSzPts val="1700"/>
              <a:buFont typeface="Lexend ExtraLight"/>
              <a:buChar char="■"/>
              <a:defRPr sz="1700">
                <a:latin typeface="Lexend ExtraLight"/>
                <a:ea typeface="Lexend ExtraLight"/>
                <a:cs typeface="Lexend ExtraLight"/>
                <a:sym typeface="Lexend ExtraLight"/>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CUSTOM_17">
    <p:bg>
      <p:bgPr>
        <a:solidFill>
          <a:schemeClr val="accent3"/>
        </a:solidFill>
      </p:bgPr>
    </p:bg>
    <p:spTree>
      <p:nvGrpSpPr>
        <p:cNvPr id="626" name="Shape 626"/>
        <p:cNvGrpSpPr/>
        <p:nvPr/>
      </p:nvGrpSpPr>
      <p:grpSpPr>
        <a:xfrm>
          <a:off x="0" y="0"/>
          <a:ext cx="0" cy="0"/>
          <a:chOff x="0" y="0"/>
          <a:chExt cx="0" cy="0"/>
        </a:xfrm>
      </p:grpSpPr>
      <p:sp>
        <p:nvSpPr>
          <p:cNvPr id="627" name="Google Shape;627;p85"/>
          <p:cNvSpPr txBox="1"/>
          <p:nvPr>
            <p:ph type="title"/>
          </p:nvPr>
        </p:nvSpPr>
        <p:spPr>
          <a:xfrm>
            <a:off x="667650" y="230375"/>
            <a:ext cx="7692300" cy="2566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8000"/>
              <a:buNone/>
              <a:defRPr sz="8000">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28" name="Google Shape;628;p85"/>
          <p:cNvSpPr txBox="1"/>
          <p:nvPr>
            <p:ph idx="2" type="title"/>
          </p:nvPr>
        </p:nvSpPr>
        <p:spPr>
          <a:xfrm>
            <a:off x="667650" y="3872300"/>
            <a:ext cx="7692300" cy="979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8">
    <p:bg>
      <p:bgPr>
        <a:solidFill>
          <a:schemeClr val="accent3"/>
        </a:solidFill>
      </p:bgPr>
    </p:bg>
    <p:spTree>
      <p:nvGrpSpPr>
        <p:cNvPr id="629" name="Shape 629"/>
        <p:cNvGrpSpPr/>
        <p:nvPr/>
      </p:nvGrpSpPr>
      <p:grpSpPr>
        <a:xfrm>
          <a:off x="0" y="0"/>
          <a:ext cx="0" cy="0"/>
          <a:chOff x="0" y="0"/>
          <a:chExt cx="0" cy="0"/>
        </a:xfrm>
      </p:grpSpPr>
      <p:sp>
        <p:nvSpPr>
          <p:cNvPr id="630" name="Google Shape;630;p86"/>
          <p:cNvSpPr/>
          <p:nvPr>
            <p:ph idx="2" type="pic"/>
          </p:nvPr>
        </p:nvSpPr>
        <p:spPr>
          <a:xfrm>
            <a:off x="4700175" y="0"/>
            <a:ext cx="4443900" cy="2991000"/>
          </a:xfrm>
          <a:prstGeom prst="rect">
            <a:avLst/>
          </a:prstGeom>
          <a:noFill/>
          <a:ln>
            <a:noFill/>
          </a:ln>
        </p:spPr>
      </p:sp>
      <p:sp>
        <p:nvSpPr>
          <p:cNvPr id="631" name="Google Shape;631;p86"/>
          <p:cNvSpPr txBox="1"/>
          <p:nvPr>
            <p:ph type="title"/>
          </p:nvPr>
        </p:nvSpPr>
        <p:spPr>
          <a:xfrm>
            <a:off x="407350" y="3366041"/>
            <a:ext cx="8270100" cy="1472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8000"/>
              <a:buNone/>
              <a:defRPr sz="8000">
                <a:solidFill>
                  <a:schemeClr val="dk1"/>
                </a:solidFill>
              </a:defRPr>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cxnSp>
        <p:nvCxnSpPr>
          <p:cNvPr id="632" name="Google Shape;632;p86"/>
          <p:cNvCxnSpPr/>
          <p:nvPr/>
        </p:nvCxnSpPr>
        <p:spPr>
          <a:xfrm>
            <a:off x="-3150" y="677850"/>
            <a:ext cx="5232300" cy="0"/>
          </a:xfrm>
          <a:prstGeom prst="straightConnector1">
            <a:avLst/>
          </a:prstGeom>
          <a:noFill/>
          <a:ln cap="flat" cmpd="sng" w="28575">
            <a:solidFill>
              <a:schemeClr val="accent1"/>
            </a:solidFill>
            <a:prstDash val="dot"/>
            <a:round/>
            <a:headEnd len="med" w="med" type="none"/>
            <a:tailEnd len="med" w="med" type="none"/>
          </a:ln>
        </p:spPr>
      </p:cxn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9">
    <p:bg>
      <p:bgPr>
        <a:solidFill>
          <a:schemeClr val="accent3"/>
        </a:solidFill>
      </p:bgPr>
    </p:bg>
    <p:spTree>
      <p:nvGrpSpPr>
        <p:cNvPr id="633" name="Shape 633"/>
        <p:cNvGrpSpPr/>
        <p:nvPr/>
      </p:nvGrpSpPr>
      <p:grpSpPr>
        <a:xfrm>
          <a:off x="0" y="0"/>
          <a:ext cx="0" cy="0"/>
          <a:chOff x="0" y="0"/>
          <a:chExt cx="0" cy="0"/>
        </a:xfrm>
      </p:grpSpPr>
      <p:sp>
        <p:nvSpPr>
          <p:cNvPr id="634" name="Google Shape;634;p87"/>
          <p:cNvSpPr/>
          <p:nvPr>
            <p:ph idx="2" type="pic"/>
          </p:nvPr>
        </p:nvSpPr>
        <p:spPr>
          <a:xfrm>
            <a:off x="871075" y="517125"/>
            <a:ext cx="1905900" cy="4070700"/>
          </a:xfrm>
          <a:prstGeom prst="roundRect">
            <a:avLst>
              <a:gd fmla="val 11144" name="adj"/>
            </a:avLst>
          </a:prstGeom>
          <a:noFill/>
          <a:ln>
            <a:noFill/>
          </a:ln>
        </p:spPr>
      </p:sp>
      <p:sp>
        <p:nvSpPr>
          <p:cNvPr id="635" name="Google Shape;635;p87"/>
          <p:cNvSpPr/>
          <p:nvPr>
            <p:ph idx="3" type="pic"/>
          </p:nvPr>
        </p:nvSpPr>
        <p:spPr>
          <a:xfrm>
            <a:off x="3628675" y="517125"/>
            <a:ext cx="1905900" cy="4070700"/>
          </a:xfrm>
          <a:prstGeom prst="roundRect">
            <a:avLst>
              <a:gd fmla="val 11144" name="adj"/>
            </a:avLst>
          </a:prstGeom>
          <a:noFill/>
          <a:ln>
            <a:noFill/>
          </a:ln>
        </p:spPr>
      </p:sp>
      <p:sp>
        <p:nvSpPr>
          <p:cNvPr id="636" name="Google Shape;636;p87"/>
          <p:cNvSpPr/>
          <p:nvPr>
            <p:ph idx="4" type="pic"/>
          </p:nvPr>
        </p:nvSpPr>
        <p:spPr>
          <a:xfrm>
            <a:off x="6386275" y="517125"/>
            <a:ext cx="1905900" cy="4070700"/>
          </a:xfrm>
          <a:prstGeom prst="roundRect">
            <a:avLst>
              <a:gd fmla="val 11144" name="adj"/>
            </a:avLst>
          </a:prstGeom>
          <a:noFill/>
          <a:ln>
            <a:noFill/>
          </a:ln>
        </p:spPr>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2">
  <p:cSld name="CUSTOM_19_2">
    <p:bg>
      <p:bgPr>
        <a:solidFill>
          <a:schemeClr val="lt2"/>
        </a:solidFill>
      </p:bgPr>
    </p:bg>
    <p:spTree>
      <p:nvGrpSpPr>
        <p:cNvPr id="637" name="Shape 637"/>
        <p:cNvGrpSpPr/>
        <p:nvPr/>
      </p:nvGrpSpPr>
      <p:grpSpPr>
        <a:xfrm>
          <a:off x="0" y="0"/>
          <a:ext cx="0" cy="0"/>
          <a:chOff x="0" y="0"/>
          <a:chExt cx="0" cy="0"/>
        </a:xfrm>
      </p:grpSpPr>
      <p:sp>
        <p:nvSpPr>
          <p:cNvPr id="638" name="Google Shape;638;p88"/>
          <p:cNvSpPr/>
          <p:nvPr>
            <p:ph idx="2" type="pic"/>
          </p:nvPr>
        </p:nvSpPr>
        <p:spPr>
          <a:xfrm>
            <a:off x="871075" y="517125"/>
            <a:ext cx="1905900" cy="4070700"/>
          </a:xfrm>
          <a:prstGeom prst="roundRect">
            <a:avLst>
              <a:gd fmla="val 11144" name="adj"/>
            </a:avLst>
          </a:prstGeom>
          <a:noFill/>
          <a:ln>
            <a:noFill/>
          </a:ln>
        </p:spPr>
      </p:sp>
      <p:sp>
        <p:nvSpPr>
          <p:cNvPr id="639" name="Google Shape;639;p88"/>
          <p:cNvSpPr/>
          <p:nvPr>
            <p:ph idx="3" type="pic"/>
          </p:nvPr>
        </p:nvSpPr>
        <p:spPr>
          <a:xfrm>
            <a:off x="3628675" y="517125"/>
            <a:ext cx="1905900" cy="4070700"/>
          </a:xfrm>
          <a:prstGeom prst="roundRect">
            <a:avLst>
              <a:gd fmla="val 11144" name="adj"/>
            </a:avLst>
          </a:prstGeom>
          <a:noFill/>
          <a:ln>
            <a:noFill/>
          </a:ln>
        </p:spPr>
      </p:sp>
      <p:sp>
        <p:nvSpPr>
          <p:cNvPr id="640" name="Google Shape;640;p88"/>
          <p:cNvSpPr/>
          <p:nvPr>
            <p:ph idx="4" type="pic"/>
          </p:nvPr>
        </p:nvSpPr>
        <p:spPr>
          <a:xfrm>
            <a:off x="6386275" y="517125"/>
            <a:ext cx="1905900" cy="4070700"/>
          </a:xfrm>
          <a:prstGeom prst="roundRect">
            <a:avLst>
              <a:gd fmla="val 11144" name="adj"/>
            </a:avLst>
          </a:prstGeom>
          <a:noFill/>
          <a:ln>
            <a:noFill/>
          </a:ln>
        </p:spPr>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19_1">
    <p:bg>
      <p:bgPr>
        <a:solidFill>
          <a:schemeClr val="accent4"/>
        </a:solidFill>
      </p:bgPr>
    </p:bg>
    <p:spTree>
      <p:nvGrpSpPr>
        <p:cNvPr id="641" name="Shape 641"/>
        <p:cNvGrpSpPr/>
        <p:nvPr/>
      </p:nvGrpSpPr>
      <p:grpSpPr>
        <a:xfrm>
          <a:off x="0" y="0"/>
          <a:ext cx="0" cy="0"/>
          <a:chOff x="0" y="0"/>
          <a:chExt cx="0" cy="0"/>
        </a:xfrm>
      </p:grpSpPr>
      <p:sp>
        <p:nvSpPr>
          <p:cNvPr id="642" name="Google Shape;642;p89"/>
          <p:cNvSpPr/>
          <p:nvPr/>
        </p:nvSpPr>
        <p:spPr>
          <a:xfrm rot="-5400000">
            <a:off x="3536425" y="-458475"/>
            <a:ext cx="5185800" cy="6064800"/>
          </a:xfrm>
          <a:prstGeom prst="round2SameRect">
            <a:avLst>
              <a:gd fmla="val 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89"/>
          <p:cNvSpPr/>
          <p:nvPr/>
        </p:nvSpPr>
        <p:spPr>
          <a:xfrm rot="-5400000">
            <a:off x="-1042850" y="1013775"/>
            <a:ext cx="5178300" cy="3112800"/>
          </a:xfrm>
          <a:prstGeom prst="round2SameRect">
            <a:avLst>
              <a:gd fmla="val 0"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89"/>
          <p:cNvSpPr/>
          <p:nvPr>
            <p:ph idx="2" type="pic"/>
          </p:nvPr>
        </p:nvSpPr>
        <p:spPr>
          <a:xfrm>
            <a:off x="777750" y="938695"/>
            <a:ext cx="1598400" cy="3413100"/>
          </a:xfrm>
          <a:prstGeom prst="roundRect">
            <a:avLst>
              <a:gd fmla="val 11038" name="adj"/>
            </a:avLst>
          </a:prstGeom>
          <a:noFill/>
          <a:ln>
            <a:noFill/>
          </a:ln>
        </p:spPr>
      </p:sp>
      <p:sp>
        <p:nvSpPr>
          <p:cNvPr id="645" name="Google Shape;645;p89"/>
          <p:cNvSpPr/>
          <p:nvPr>
            <p:ph idx="3" type="pic"/>
          </p:nvPr>
        </p:nvSpPr>
        <p:spPr>
          <a:xfrm>
            <a:off x="4115400" y="921995"/>
            <a:ext cx="4127700" cy="2333400"/>
          </a:xfrm>
          <a:prstGeom prst="rect">
            <a:avLst/>
          </a:prstGeom>
          <a:noFill/>
          <a:ln>
            <a:noFill/>
          </a:ln>
        </p:spPr>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0">
    <p:bg>
      <p:bgPr>
        <a:solidFill>
          <a:schemeClr val="lt2"/>
        </a:solidFill>
      </p:bgPr>
    </p:bg>
    <p:spTree>
      <p:nvGrpSpPr>
        <p:cNvPr id="646" name="Shape 646"/>
        <p:cNvGrpSpPr/>
        <p:nvPr/>
      </p:nvGrpSpPr>
      <p:grpSpPr>
        <a:xfrm>
          <a:off x="0" y="0"/>
          <a:ext cx="0" cy="0"/>
          <a:chOff x="0" y="0"/>
          <a:chExt cx="0" cy="0"/>
        </a:xfrm>
      </p:grpSpPr>
      <p:sp>
        <p:nvSpPr>
          <p:cNvPr id="647" name="Google Shape;647;p90"/>
          <p:cNvSpPr/>
          <p:nvPr>
            <p:ph idx="2" type="pic"/>
          </p:nvPr>
        </p:nvSpPr>
        <p:spPr>
          <a:xfrm>
            <a:off x="936975" y="869000"/>
            <a:ext cx="1607400" cy="3413100"/>
          </a:xfrm>
          <a:prstGeom prst="roundRect">
            <a:avLst>
              <a:gd fmla="val 11038" name="adj"/>
            </a:avLst>
          </a:prstGeom>
          <a:noFill/>
          <a:ln>
            <a:noFill/>
          </a:ln>
        </p:spPr>
      </p:sp>
      <p:sp>
        <p:nvSpPr>
          <p:cNvPr id="648" name="Google Shape;648;p90"/>
          <p:cNvSpPr/>
          <p:nvPr>
            <p:ph idx="3" type="pic"/>
          </p:nvPr>
        </p:nvSpPr>
        <p:spPr>
          <a:xfrm>
            <a:off x="3514600" y="869000"/>
            <a:ext cx="4798800" cy="3413100"/>
          </a:xfrm>
          <a:prstGeom prst="roundRect">
            <a:avLst>
              <a:gd fmla="val 4639" name="adj"/>
            </a:avLst>
          </a:prstGeom>
          <a:noFill/>
          <a:ln>
            <a:noFill/>
          </a:ln>
        </p:spPr>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1">
    <p:bg>
      <p:bgPr>
        <a:solidFill>
          <a:schemeClr val="lt1"/>
        </a:solidFill>
      </p:bgPr>
    </p:bg>
    <p:spTree>
      <p:nvGrpSpPr>
        <p:cNvPr id="649" name="Shape 649"/>
        <p:cNvGrpSpPr/>
        <p:nvPr/>
      </p:nvGrpSpPr>
      <p:grpSpPr>
        <a:xfrm>
          <a:off x="0" y="0"/>
          <a:ext cx="0" cy="0"/>
          <a:chOff x="0" y="0"/>
          <a:chExt cx="0" cy="0"/>
        </a:xfrm>
      </p:grpSpPr>
      <p:sp>
        <p:nvSpPr>
          <p:cNvPr id="650" name="Google Shape;650;p91"/>
          <p:cNvSpPr/>
          <p:nvPr>
            <p:ph idx="2" type="pic"/>
          </p:nvPr>
        </p:nvSpPr>
        <p:spPr>
          <a:xfrm>
            <a:off x="2068775" y="933200"/>
            <a:ext cx="4994100" cy="3125700"/>
          </a:xfrm>
          <a:prstGeom prst="rect">
            <a:avLst/>
          </a:prstGeom>
          <a:noFill/>
          <a:ln>
            <a:noFill/>
          </a:ln>
        </p:spPr>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hone mockup">
  <p:cSld name="CUSTOM_22_1">
    <p:bg>
      <p:bgPr>
        <a:solidFill>
          <a:schemeClr val="accent3"/>
        </a:solidFill>
      </p:bgPr>
    </p:bg>
    <p:spTree>
      <p:nvGrpSpPr>
        <p:cNvPr id="651" name="Shape 651"/>
        <p:cNvGrpSpPr/>
        <p:nvPr/>
      </p:nvGrpSpPr>
      <p:grpSpPr>
        <a:xfrm>
          <a:off x="0" y="0"/>
          <a:ext cx="0" cy="0"/>
          <a:chOff x="0" y="0"/>
          <a:chExt cx="0" cy="0"/>
        </a:xfrm>
      </p:grpSpPr>
      <p:sp>
        <p:nvSpPr>
          <p:cNvPr id="652" name="Google Shape;652;p92"/>
          <p:cNvSpPr/>
          <p:nvPr>
            <p:ph idx="2" type="pic"/>
          </p:nvPr>
        </p:nvSpPr>
        <p:spPr>
          <a:xfrm>
            <a:off x="6682707" y="517125"/>
            <a:ext cx="1905900" cy="4070700"/>
          </a:xfrm>
          <a:prstGeom prst="roundRect">
            <a:avLst>
              <a:gd fmla="val 11144" name="adj"/>
            </a:avLst>
          </a:prstGeom>
          <a:noFill/>
          <a:ln>
            <a:noFill/>
          </a:ln>
        </p:spPr>
      </p:sp>
      <p:sp>
        <p:nvSpPr>
          <p:cNvPr id="653" name="Google Shape;653;p92"/>
          <p:cNvSpPr/>
          <p:nvPr>
            <p:ph idx="3" type="pic"/>
          </p:nvPr>
        </p:nvSpPr>
        <p:spPr>
          <a:xfrm>
            <a:off x="4143672" y="517125"/>
            <a:ext cx="1905900" cy="4070700"/>
          </a:xfrm>
          <a:prstGeom prst="roundRect">
            <a:avLst>
              <a:gd fmla="val 11144" name="adj"/>
            </a:avLst>
          </a:prstGeom>
          <a:noFill/>
          <a:ln>
            <a:noFill/>
          </a:ln>
        </p:spPr>
      </p:sp>
      <p:sp>
        <p:nvSpPr>
          <p:cNvPr id="654" name="Google Shape;654;p92"/>
          <p:cNvSpPr txBox="1"/>
          <p:nvPr>
            <p:ph idx="1" type="body"/>
          </p:nvPr>
        </p:nvSpPr>
        <p:spPr>
          <a:xfrm>
            <a:off x="687900" y="292725"/>
            <a:ext cx="32331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SzPts val="600"/>
              <a:buFont typeface="Lexend SemiBold"/>
              <a:buChar char="●"/>
              <a:defRPr sz="600">
                <a:latin typeface="Lexend SemiBold"/>
                <a:ea typeface="Lexend SemiBold"/>
                <a:cs typeface="Lexend SemiBold"/>
                <a:sym typeface="Lexend SemiBold"/>
              </a:defRPr>
            </a:lvl1pPr>
            <a:lvl2pPr indent="-266700" lvl="1" marL="914400">
              <a:spcBef>
                <a:spcPts val="0"/>
              </a:spcBef>
              <a:spcAft>
                <a:spcPts val="0"/>
              </a:spcAft>
              <a:buSzPts val="600"/>
              <a:buFont typeface="Lexend SemiBold"/>
              <a:buChar char="○"/>
              <a:defRPr sz="600">
                <a:latin typeface="Lexend SemiBold"/>
                <a:ea typeface="Lexend SemiBold"/>
                <a:cs typeface="Lexend SemiBold"/>
                <a:sym typeface="Lexend SemiBold"/>
              </a:defRPr>
            </a:lvl2pPr>
            <a:lvl3pPr indent="-266700" lvl="2" marL="1371600">
              <a:spcBef>
                <a:spcPts val="0"/>
              </a:spcBef>
              <a:spcAft>
                <a:spcPts val="0"/>
              </a:spcAft>
              <a:buSzPts val="600"/>
              <a:buFont typeface="Lexend SemiBold"/>
              <a:buChar char="■"/>
              <a:defRPr sz="600">
                <a:latin typeface="Lexend SemiBold"/>
                <a:ea typeface="Lexend SemiBold"/>
                <a:cs typeface="Lexend SemiBold"/>
                <a:sym typeface="Lexend SemiBold"/>
              </a:defRPr>
            </a:lvl3pPr>
            <a:lvl4pPr indent="-266700" lvl="3" marL="1828800">
              <a:spcBef>
                <a:spcPts val="0"/>
              </a:spcBef>
              <a:spcAft>
                <a:spcPts val="0"/>
              </a:spcAft>
              <a:buSzPts val="600"/>
              <a:buFont typeface="Lexend SemiBold"/>
              <a:buChar char="●"/>
              <a:defRPr sz="600">
                <a:latin typeface="Lexend SemiBold"/>
                <a:ea typeface="Lexend SemiBold"/>
                <a:cs typeface="Lexend SemiBold"/>
                <a:sym typeface="Lexend SemiBold"/>
              </a:defRPr>
            </a:lvl4pPr>
            <a:lvl5pPr indent="-266700" lvl="4" marL="2286000">
              <a:spcBef>
                <a:spcPts val="0"/>
              </a:spcBef>
              <a:spcAft>
                <a:spcPts val="0"/>
              </a:spcAft>
              <a:buSzPts val="600"/>
              <a:buFont typeface="Lexend SemiBold"/>
              <a:buChar char="○"/>
              <a:defRPr sz="600">
                <a:latin typeface="Lexend SemiBold"/>
                <a:ea typeface="Lexend SemiBold"/>
                <a:cs typeface="Lexend SemiBold"/>
                <a:sym typeface="Lexend SemiBold"/>
              </a:defRPr>
            </a:lvl5pPr>
            <a:lvl6pPr indent="-266700" lvl="5" marL="2743200">
              <a:spcBef>
                <a:spcPts val="0"/>
              </a:spcBef>
              <a:spcAft>
                <a:spcPts val="0"/>
              </a:spcAft>
              <a:buSzPts val="600"/>
              <a:buFont typeface="Lexend SemiBold"/>
              <a:buChar char="■"/>
              <a:defRPr sz="600">
                <a:latin typeface="Lexend SemiBold"/>
                <a:ea typeface="Lexend SemiBold"/>
                <a:cs typeface="Lexend SemiBold"/>
                <a:sym typeface="Lexend SemiBold"/>
              </a:defRPr>
            </a:lvl6pPr>
            <a:lvl7pPr indent="-266700" lvl="6" marL="3200400">
              <a:spcBef>
                <a:spcPts val="0"/>
              </a:spcBef>
              <a:spcAft>
                <a:spcPts val="0"/>
              </a:spcAft>
              <a:buSzPts val="600"/>
              <a:buFont typeface="Lexend SemiBold"/>
              <a:buChar char="●"/>
              <a:defRPr sz="600">
                <a:latin typeface="Lexend SemiBold"/>
                <a:ea typeface="Lexend SemiBold"/>
                <a:cs typeface="Lexend SemiBold"/>
                <a:sym typeface="Lexend SemiBold"/>
              </a:defRPr>
            </a:lvl7pPr>
            <a:lvl8pPr indent="-266700" lvl="7" marL="3657600">
              <a:spcBef>
                <a:spcPts val="0"/>
              </a:spcBef>
              <a:spcAft>
                <a:spcPts val="0"/>
              </a:spcAft>
              <a:buSzPts val="600"/>
              <a:buFont typeface="Lexend SemiBold"/>
              <a:buChar char="○"/>
              <a:defRPr sz="600">
                <a:latin typeface="Lexend SemiBold"/>
                <a:ea typeface="Lexend SemiBold"/>
                <a:cs typeface="Lexend SemiBold"/>
                <a:sym typeface="Lexend SemiBold"/>
              </a:defRPr>
            </a:lvl8pPr>
            <a:lvl9pPr indent="-266700" lvl="8" marL="4114800">
              <a:spcBef>
                <a:spcPts val="0"/>
              </a:spcBef>
              <a:spcAft>
                <a:spcPts val="0"/>
              </a:spcAft>
              <a:buSzPts val="600"/>
              <a:buFont typeface="Lexend SemiBold"/>
              <a:buChar char="■"/>
              <a:defRPr sz="600">
                <a:latin typeface="Lexend SemiBold"/>
                <a:ea typeface="Lexend SemiBold"/>
                <a:cs typeface="Lexend SemiBold"/>
                <a:sym typeface="Lexend SemiBold"/>
              </a:defRPr>
            </a:lvl9pPr>
          </a:lstStyle>
          <a:p/>
        </p:txBody>
      </p:sp>
      <p:sp>
        <p:nvSpPr>
          <p:cNvPr id="655" name="Google Shape;655;p92"/>
          <p:cNvSpPr txBox="1"/>
          <p:nvPr>
            <p:ph idx="4" type="body"/>
          </p:nvPr>
        </p:nvSpPr>
        <p:spPr>
          <a:xfrm>
            <a:off x="689250" y="3870075"/>
            <a:ext cx="1968000" cy="8121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1pPr>
            <a:lvl2pPr indent="-279400" lvl="1" marL="9144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2pPr>
            <a:lvl3pPr indent="-279400" lvl="2" marL="13716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3pPr>
            <a:lvl4pPr indent="-279400" lvl="3" marL="18288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4pPr>
            <a:lvl5pPr indent="-279400" lvl="4" marL="22860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5pPr>
            <a:lvl6pPr indent="-279400" lvl="5" marL="27432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6pPr>
            <a:lvl7pPr indent="-279400" lvl="6" marL="32004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7pPr>
            <a:lvl8pPr indent="-279400" lvl="7" marL="36576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8pPr>
            <a:lvl9pPr indent="-279400" lvl="8" marL="4114800">
              <a:spcBef>
                <a:spcPts val="0"/>
              </a:spcBef>
              <a:spcAft>
                <a:spcPts val="0"/>
              </a:spcAft>
              <a:buClr>
                <a:schemeClr val="lt1"/>
              </a:buClr>
              <a:buSzPts val="800"/>
              <a:buFont typeface="Lexend Light"/>
              <a:buChar char="■"/>
              <a:defRPr sz="800">
                <a:latin typeface="Lexend Light"/>
                <a:ea typeface="Lexend Light"/>
                <a:cs typeface="Lexend Light"/>
                <a:sym typeface="Lexend Light"/>
              </a:defRPr>
            </a:lvl9pPr>
          </a:lstStyle>
          <a:p/>
        </p:txBody>
      </p:sp>
      <p:sp>
        <p:nvSpPr>
          <p:cNvPr id="656" name="Google Shape;656;p92"/>
          <p:cNvSpPr txBox="1"/>
          <p:nvPr>
            <p:ph idx="5" type="subTitle"/>
          </p:nvPr>
        </p:nvSpPr>
        <p:spPr>
          <a:xfrm>
            <a:off x="689050" y="531800"/>
            <a:ext cx="1607100" cy="26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None/>
              <a:defRPr>
                <a:solidFill>
                  <a:schemeClr val="dk1"/>
                </a:solidFill>
              </a:defRPr>
            </a:lvl1pPr>
            <a:lvl2pPr lvl="1">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2pPr>
            <a:lvl3pPr lvl="2">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3pPr>
            <a:lvl4pPr lvl="3">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4pPr>
            <a:lvl5pPr lvl="4">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5pPr>
            <a:lvl6pPr lvl="5">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6pPr>
            <a:lvl7pPr lvl="6">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7pPr>
            <a:lvl8pPr lvl="7">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8pPr>
            <a:lvl9pPr lvl="8">
              <a:spcBef>
                <a:spcPts val="0"/>
              </a:spcBef>
              <a:spcAft>
                <a:spcPts val="0"/>
              </a:spcAft>
              <a:buClr>
                <a:schemeClr val="dk1"/>
              </a:buClr>
              <a:buSzPts val="1400"/>
              <a:buFont typeface="Lexend SemiBold"/>
              <a:buNone/>
              <a:defRPr>
                <a:solidFill>
                  <a:schemeClr val="dk1"/>
                </a:solidFill>
                <a:latin typeface="Lexend SemiBold"/>
                <a:ea typeface="Lexend SemiBold"/>
                <a:cs typeface="Lexend SemiBold"/>
                <a:sym typeface="Lexend SemiBold"/>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Devices mockup">
  <p:cSld name="CUSTOM_24_1">
    <p:bg>
      <p:bgPr>
        <a:solidFill>
          <a:schemeClr val="lt1"/>
        </a:solidFill>
      </p:bgPr>
    </p:bg>
    <p:spTree>
      <p:nvGrpSpPr>
        <p:cNvPr id="657" name="Shape 657"/>
        <p:cNvGrpSpPr/>
        <p:nvPr/>
      </p:nvGrpSpPr>
      <p:grpSpPr>
        <a:xfrm>
          <a:off x="0" y="0"/>
          <a:ext cx="0" cy="0"/>
          <a:chOff x="0" y="0"/>
          <a:chExt cx="0" cy="0"/>
        </a:xfrm>
      </p:grpSpPr>
      <p:sp>
        <p:nvSpPr>
          <p:cNvPr id="658" name="Google Shape;658;p93"/>
          <p:cNvSpPr txBox="1"/>
          <p:nvPr>
            <p:ph idx="1" type="body"/>
          </p:nvPr>
        </p:nvSpPr>
        <p:spPr>
          <a:xfrm>
            <a:off x="687900" y="292725"/>
            <a:ext cx="1471500" cy="203400"/>
          </a:xfrm>
          <a:prstGeom prst="rect">
            <a:avLst/>
          </a:prstGeom>
        </p:spPr>
        <p:txBody>
          <a:bodyPr anchorCtr="0" anchor="t" bIns="91425" lIns="91425" spcFirstLastPara="1" rIns="91425" wrap="square" tIns="91425">
            <a:spAutoFit/>
          </a:bodyPr>
          <a:lstStyle>
            <a:lvl1pPr indent="-266700" lvl="0" marL="457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1pPr>
            <a:lvl2pPr indent="-266700" lvl="1" marL="914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2pPr>
            <a:lvl3pPr indent="-266700" lvl="2" marL="1371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3pPr>
            <a:lvl4pPr indent="-266700" lvl="3" marL="1828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4pPr>
            <a:lvl5pPr indent="-266700" lvl="4" marL="22860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5pPr>
            <a:lvl6pPr indent="-266700" lvl="5" marL="27432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6pPr>
            <a:lvl7pPr indent="-266700" lvl="6" marL="32004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7pPr>
            <a:lvl8pPr indent="-266700" lvl="7" marL="36576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8pPr>
            <a:lvl9pPr indent="-266700" lvl="8" marL="4114800">
              <a:spcBef>
                <a:spcPts val="0"/>
              </a:spcBef>
              <a:spcAft>
                <a:spcPts val="0"/>
              </a:spcAft>
              <a:buClr>
                <a:schemeClr val="dk2"/>
              </a:buClr>
              <a:buSzPts val="600"/>
              <a:buFont typeface="Lexend SemiBold"/>
              <a:buChar char="■"/>
              <a:defRPr sz="600">
                <a:solidFill>
                  <a:schemeClr val="dk2"/>
                </a:solidFill>
                <a:latin typeface="Lexend SemiBold"/>
                <a:ea typeface="Lexend SemiBold"/>
                <a:cs typeface="Lexend SemiBold"/>
                <a:sym typeface="Lexend SemiBold"/>
              </a:defRPr>
            </a:lvl9pPr>
          </a:lstStyle>
          <a:p/>
        </p:txBody>
      </p:sp>
      <p:sp>
        <p:nvSpPr>
          <p:cNvPr id="659" name="Google Shape;659;p93"/>
          <p:cNvSpPr txBox="1"/>
          <p:nvPr>
            <p:ph idx="2" type="body"/>
          </p:nvPr>
        </p:nvSpPr>
        <p:spPr>
          <a:xfrm>
            <a:off x="5484300" y="292725"/>
            <a:ext cx="2997000" cy="8121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1pPr>
            <a:lvl2pPr indent="-279400" lvl="1" marL="9144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2pPr>
            <a:lvl3pPr indent="-279400" lvl="2" marL="13716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3pPr>
            <a:lvl4pPr indent="-279400" lvl="3" marL="18288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4pPr>
            <a:lvl5pPr indent="-279400" lvl="4" marL="22860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5pPr>
            <a:lvl6pPr indent="-279400" lvl="5" marL="27432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6pPr>
            <a:lvl7pPr indent="-279400" lvl="6" marL="32004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7pPr>
            <a:lvl8pPr indent="-279400" lvl="7" marL="36576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8pPr>
            <a:lvl9pPr indent="-279400" lvl="8" marL="4114800">
              <a:spcBef>
                <a:spcPts val="0"/>
              </a:spcBef>
              <a:spcAft>
                <a:spcPts val="0"/>
              </a:spcAft>
              <a:buClr>
                <a:schemeClr val="dk2"/>
              </a:buClr>
              <a:buSzPts val="800"/>
              <a:buFont typeface="Lexend Light"/>
              <a:buChar char="■"/>
              <a:defRPr sz="800">
                <a:solidFill>
                  <a:schemeClr val="dk2"/>
                </a:solidFill>
                <a:latin typeface="Lexend Light"/>
                <a:ea typeface="Lexend Light"/>
                <a:cs typeface="Lexend Light"/>
                <a:sym typeface="Lexend Light"/>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theme" Target="../theme/theme2.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78.xml"/><Relationship Id="rId42" Type="http://schemas.openxmlformats.org/officeDocument/2006/relationships/slideLayout" Target="../slideLayouts/slideLayout80.xml"/><Relationship Id="rId41" Type="http://schemas.openxmlformats.org/officeDocument/2006/relationships/slideLayout" Target="../slideLayouts/slideLayout79.xml"/><Relationship Id="rId44" Type="http://schemas.openxmlformats.org/officeDocument/2006/relationships/slideLayout" Target="../slideLayouts/slideLayout82.xml"/><Relationship Id="rId43" Type="http://schemas.openxmlformats.org/officeDocument/2006/relationships/slideLayout" Target="../slideLayouts/slideLayout81.xml"/><Relationship Id="rId46" Type="http://schemas.openxmlformats.org/officeDocument/2006/relationships/slideLayout" Target="../slideLayouts/slideLayout84.xml"/><Relationship Id="rId45" Type="http://schemas.openxmlformats.org/officeDocument/2006/relationships/slideLayout" Target="../slideLayouts/slideLayout83.xml"/><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48" Type="http://schemas.openxmlformats.org/officeDocument/2006/relationships/slideLayout" Target="../slideLayouts/slideLayout86.xml"/><Relationship Id="rId47" Type="http://schemas.openxmlformats.org/officeDocument/2006/relationships/slideLayout" Target="../slideLayouts/slideLayout85.xml"/><Relationship Id="rId49" Type="http://schemas.openxmlformats.org/officeDocument/2006/relationships/slideLayout" Target="../slideLayouts/slideLayout87.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31" Type="http://schemas.openxmlformats.org/officeDocument/2006/relationships/slideLayout" Target="../slideLayouts/slideLayout69.xml"/><Relationship Id="rId30" Type="http://schemas.openxmlformats.org/officeDocument/2006/relationships/slideLayout" Target="../slideLayouts/slideLayout68.xml"/><Relationship Id="rId33" Type="http://schemas.openxmlformats.org/officeDocument/2006/relationships/slideLayout" Target="../slideLayouts/slideLayout71.xml"/><Relationship Id="rId32" Type="http://schemas.openxmlformats.org/officeDocument/2006/relationships/slideLayout" Target="../slideLayouts/slideLayout70.xml"/><Relationship Id="rId35" Type="http://schemas.openxmlformats.org/officeDocument/2006/relationships/slideLayout" Target="../slideLayouts/slideLayout73.xml"/><Relationship Id="rId34" Type="http://schemas.openxmlformats.org/officeDocument/2006/relationships/slideLayout" Target="../slideLayouts/slideLayout72.xml"/><Relationship Id="rId37" Type="http://schemas.openxmlformats.org/officeDocument/2006/relationships/slideLayout" Target="../slideLayouts/slideLayout75.xml"/><Relationship Id="rId36" Type="http://schemas.openxmlformats.org/officeDocument/2006/relationships/slideLayout" Target="../slideLayouts/slideLayout74.xml"/><Relationship Id="rId39" Type="http://schemas.openxmlformats.org/officeDocument/2006/relationships/slideLayout" Target="../slideLayouts/slideLayout77.xml"/><Relationship Id="rId38" Type="http://schemas.openxmlformats.org/officeDocument/2006/relationships/slideLayout" Target="../slideLayouts/slideLayout76.xml"/><Relationship Id="rId20" Type="http://schemas.openxmlformats.org/officeDocument/2006/relationships/slideLayout" Target="../slideLayouts/slideLayout58.xml"/><Relationship Id="rId22" Type="http://schemas.openxmlformats.org/officeDocument/2006/relationships/slideLayout" Target="../slideLayouts/slideLayout60.xml"/><Relationship Id="rId21" Type="http://schemas.openxmlformats.org/officeDocument/2006/relationships/slideLayout" Target="../slideLayouts/slideLayout59.xml"/><Relationship Id="rId24" Type="http://schemas.openxmlformats.org/officeDocument/2006/relationships/slideLayout" Target="../slideLayouts/slideLayout62.xml"/><Relationship Id="rId23" Type="http://schemas.openxmlformats.org/officeDocument/2006/relationships/slideLayout" Target="../slideLayouts/slideLayout61.xml"/><Relationship Id="rId26" Type="http://schemas.openxmlformats.org/officeDocument/2006/relationships/slideLayout" Target="../slideLayouts/slideLayout64.xml"/><Relationship Id="rId25" Type="http://schemas.openxmlformats.org/officeDocument/2006/relationships/slideLayout" Target="../slideLayouts/slideLayout63.xml"/><Relationship Id="rId28" Type="http://schemas.openxmlformats.org/officeDocument/2006/relationships/slideLayout" Target="../slideLayouts/slideLayout66.xml"/><Relationship Id="rId27" Type="http://schemas.openxmlformats.org/officeDocument/2006/relationships/slideLayout" Target="../slideLayouts/slideLayout65.xml"/><Relationship Id="rId29" Type="http://schemas.openxmlformats.org/officeDocument/2006/relationships/slideLayout" Target="../slideLayouts/slideLayout67.xml"/><Relationship Id="rId51" Type="http://schemas.openxmlformats.org/officeDocument/2006/relationships/slideLayout" Target="../slideLayouts/slideLayout89.xml"/><Relationship Id="rId50" Type="http://schemas.openxmlformats.org/officeDocument/2006/relationships/slideLayout" Target="../slideLayouts/slideLayout88.xml"/><Relationship Id="rId53" Type="http://schemas.openxmlformats.org/officeDocument/2006/relationships/slideLayout" Target="../slideLayouts/slideLayout91.xml"/><Relationship Id="rId52" Type="http://schemas.openxmlformats.org/officeDocument/2006/relationships/slideLayout" Target="../slideLayouts/slideLayout90.xml"/><Relationship Id="rId11" Type="http://schemas.openxmlformats.org/officeDocument/2006/relationships/slideLayout" Target="../slideLayouts/slideLayout49.xml"/><Relationship Id="rId10" Type="http://schemas.openxmlformats.org/officeDocument/2006/relationships/slideLayout" Target="../slideLayouts/slideLayout48.xml"/><Relationship Id="rId54" Type="http://schemas.openxmlformats.org/officeDocument/2006/relationships/theme" Target="../theme/theme1.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5" Type="http://schemas.openxmlformats.org/officeDocument/2006/relationships/slideLayout" Target="../slideLayouts/slideLayout53.xml"/><Relationship Id="rId14" Type="http://schemas.openxmlformats.org/officeDocument/2006/relationships/slideLayout" Target="../slideLayouts/slideLayout52.xml"/><Relationship Id="rId17" Type="http://schemas.openxmlformats.org/officeDocument/2006/relationships/slideLayout" Target="../slideLayouts/slideLayout55.xml"/><Relationship Id="rId16" Type="http://schemas.openxmlformats.org/officeDocument/2006/relationships/slideLayout" Target="../slideLayouts/slideLayout54.xml"/><Relationship Id="rId19" Type="http://schemas.openxmlformats.org/officeDocument/2006/relationships/slideLayout" Target="../slideLayouts/slideLayout57.xml"/><Relationship Id="rId1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475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1pPr>
            <a:lvl2pPr lvl="1">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2pPr>
            <a:lvl3pPr lvl="2">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3pPr>
            <a:lvl4pPr lvl="3">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4pPr>
            <a:lvl5pPr lvl="4">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5pPr>
            <a:lvl6pPr lvl="5">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6pPr>
            <a:lvl7pPr lvl="6">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7pPr>
            <a:lvl8pPr lvl="7">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8pPr>
            <a:lvl9pPr lvl="8">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9pPr>
          </a:lstStyle>
          <a:p/>
        </p:txBody>
      </p:sp>
      <p:sp>
        <p:nvSpPr>
          <p:cNvPr id="7" name="Google Shape;7;p1"/>
          <p:cNvSpPr txBox="1"/>
          <p:nvPr>
            <p:ph idx="1" type="body"/>
          </p:nvPr>
        </p:nvSpPr>
        <p:spPr>
          <a:xfrm>
            <a:off x="311700" y="1152475"/>
            <a:ext cx="8475600" cy="3416400"/>
          </a:xfrm>
          <a:prstGeom prst="rect">
            <a:avLst/>
          </a:prstGeom>
          <a:noFill/>
          <a:ln>
            <a:noFill/>
          </a:ln>
        </p:spPr>
        <p:txBody>
          <a:bodyPr anchorCtr="0" anchor="t" bIns="91425" lIns="91425" spcFirstLastPara="1" rIns="91425" wrap="square" tIns="91425">
            <a:spAutoFit/>
          </a:bodyPr>
          <a:lstStyle>
            <a:lvl1pPr indent="-336550" lvl="0" marL="4572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1pPr>
            <a:lvl2pPr indent="-336550" lvl="1" marL="9144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2pPr>
            <a:lvl3pPr indent="-336550" lvl="2" marL="13716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3pPr>
            <a:lvl4pPr indent="-336550" lvl="3" marL="18288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4pPr>
            <a:lvl5pPr indent="-336550" lvl="4" marL="22860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5pPr>
            <a:lvl6pPr indent="-336550" lvl="5" marL="27432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6pPr>
            <a:lvl7pPr indent="-336550" lvl="6" marL="32004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7pPr>
            <a:lvl8pPr indent="-336550" lvl="7" marL="36576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8pPr>
            <a:lvl9pPr indent="-336550" lvl="8" marL="41148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9pPr>
          </a:lstStyle>
          <a:p/>
        </p:txBody>
      </p:sp>
      <p:sp>
        <p:nvSpPr>
          <p:cNvPr id="8" name="Google Shape;8;p1"/>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lvl="0" algn="r">
              <a:buNone/>
              <a:defRPr sz="700">
                <a:solidFill>
                  <a:schemeClr val="dk1"/>
                </a:solidFill>
                <a:latin typeface="Inter Tight SemiBold"/>
                <a:ea typeface="Inter Tight SemiBold"/>
                <a:cs typeface="Inter Tight SemiBold"/>
                <a:sym typeface="Inter Tight SemiBold"/>
              </a:defRPr>
            </a:lvl1pPr>
            <a:lvl2pPr lvl="1" algn="r">
              <a:buNone/>
              <a:defRPr sz="700">
                <a:solidFill>
                  <a:schemeClr val="dk1"/>
                </a:solidFill>
                <a:latin typeface="Inter Tight SemiBold"/>
                <a:ea typeface="Inter Tight SemiBold"/>
                <a:cs typeface="Inter Tight SemiBold"/>
                <a:sym typeface="Inter Tight SemiBold"/>
              </a:defRPr>
            </a:lvl2pPr>
            <a:lvl3pPr lvl="2" algn="r">
              <a:buNone/>
              <a:defRPr sz="700">
                <a:solidFill>
                  <a:schemeClr val="dk1"/>
                </a:solidFill>
                <a:latin typeface="Inter Tight SemiBold"/>
                <a:ea typeface="Inter Tight SemiBold"/>
                <a:cs typeface="Inter Tight SemiBold"/>
                <a:sym typeface="Inter Tight SemiBold"/>
              </a:defRPr>
            </a:lvl3pPr>
            <a:lvl4pPr lvl="3" algn="r">
              <a:buNone/>
              <a:defRPr sz="700">
                <a:solidFill>
                  <a:schemeClr val="dk1"/>
                </a:solidFill>
                <a:latin typeface="Inter Tight SemiBold"/>
                <a:ea typeface="Inter Tight SemiBold"/>
                <a:cs typeface="Inter Tight SemiBold"/>
                <a:sym typeface="Inter Tight SemiBold"/>
              </a:defRPr>
            </a:lvl4pPr>
            <a:lvl5pPr lvl="4" algn="r">
              <a:buNone/>
              <a:defRPr sz="700">
                <a:solidFill>
                  <a:schemeClr val="dk1"/>
                </a:solidFill>
                <a:latin typeface="Inter Tight SemiBold"/>
                <a:ea typeface="Inter Tight SemiBold"/>
                <a:cs typeface="Inter Tight SemiBold"/>
                <a:sym typeface="Inter Tight SemiBold"/>
              </a:defRPr>
            </a:lvl5pPr>
            <a:lvl6pPr lvl="5" algn="r">
              <a:buNone/>
              <a:defRPr sz="700">
                <a:solidFill>
                  <a:schemeClr val="dk1"/>
                </a:solidFill>
                <a:latin typeface="Inter Tight SemiBold"/>
                <a:ea typeface="Inter Tight SemiBold"/>
                <a:cs typeface="Inter Tight SemiBold"/>
                <a:sym typeface="Inter Tight SemiBold"/>
              </a:defRPr>
            </a:lvl6pPr>
            <a:lvl7pPr lvl="6" algn="r">
              <a:buNone/>
              <a:defRPr sz="700">
                <a:solidFill>
                  <a:schemeClr val="dk1"/>
                </a:solidFill>
                <a:latin typeface="Inter Tight SemiBold"/>
                <a:ea typeface="Inter Tight SemiBold"/>
                <a:cs typeface="Inter Tight SemiBold"/>
                <a:sym typeface="Inter Tight SemiBold"/>
              </a:defRPr>
            </a:lvl7pPr>
            <a:lvl8pPr lvl="7" algn="r">
              <a:buNone/>
              <a:defRPr sz="700">
                <a:solidFill>
                  <a:schemeClr val="dk1"/>
                </a:solidFill>
                <a:latin typeface="Inter Tight SemiBold"/>
                <a:ea typeface="Inter Tight SemiBold"/>
                <a:cs typeface="Inter Tight SemiBold"/>
                <a:sym typeface="Inter Tight SemiBold"/>
              </a:defRPr>
            </a:lvl8pPr>
            <a:lvl9pPr lvl="8" algn="r">
              <a:buNone/>
              <a:defRPr sz="700">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315" name="Shape 315"/>
        <p:cNvGrpSpPr/>
        <p:nvPr/>
      </p:nvGrpSpPr>
      <p:grpSpPr>
        <a:xfrm>
          <a:off x="0" y="0"/>
          <a:ext cx="0" cy="0"/>
          <a:chOff x="0" y="0"/>
          <a:chExt cx="0" cy="0"/>
        </a:xfrm>
      </p:grpSpPr>
      <p:sp>
        <p:nvSpPr>
          <p:cNvPr id="316" name="Google Shape;316;p40"/>
          <p:cNvSpPr txBox="1"/>
          <p:nvPr>
            <p:ph idx="12" type="sldNum"/>
          </p:nvPr>
        </p:nvSpPr>
        <p:spPr>
          <a:xfrm>
            <a:off x="8359800" y="4851000"/>
            <a:ext cx="261300" cy="292500"/>
          </a:xfrm>
          <a:prstGeom prst="rect">
            <a:avLst/>
          </a:prstGeom>
          <a:solidFill>
            <a:schemeClr val="accent3"/>
          </a:solidFill>
          <a:ln>
            <a:noFill/>
          </a:ln>
        </p:spPr>
        <p:txBody>
          <a:bodyPr anchorCtr="0" anchor="ctr" bIns="91425" lIns="0" spcFirstLastPara="1" rIns="0" wrap="square" tIns="0">
            <a:noAutofit/>
          </a:bodyPr>
          <a:lstStyle>
            <a:lvl1pPr lvl="0" rtl="0" algn="ctr">
              <a:buNone/>
              <a:defRPr sz="1100">
                <a:solidFill>
                  <a:schemeClr val="accent2"/>
                </a:solidFill>
                <a:latin typeface="Lexend SemiBold"/>
                <a:ea typeface="Lexend SemiBold"/>
                <a:cs typeface="Lexend SemiBold"/>
                <a:sym typeface="Lexend SemiBold"/>
              </a:defRPr>
            </a:lvl1pPr>
            <a:lvl2pPr lvl="1" rtl="0" algn="ctr">
              <a:buNone/>
              <a:defRPr sz="1100">
                <a:solidFill>
                  <a:schemeClr val="accent2"/>
                </a:solidFill>
                <a:latin typeface="Lexend SemiBold"/>
                <a:ea typeface="Lexend SemiBold"/>
                <a:cs typeface="Lexend SemiBold"/>
                <a:sym typeface="Lexend SemiBold"/>
              </a:defRPr>
            </a:lvl2pPr>
            <a:lvl3pPr lvl="2" rtl="0" algn="ctr">
              <a:buNone/>
              <a:defRPr sz="1100">
                <a:solidFill>
                  <a:schemeClr val="accent2"/>
                </a:solidFill>
                <a:latin typeface="Lexend SemiBold"/>
                <a:ea typeface="Lexend SemiBold"/>
                <a:cs typeface="Lexend SemiBold"/>
                <a:sym typeface="Lexend SemiBold"/>
              </a:defRPr>
            </a:lvl3pPr>
            <a:lvl4pPr lvl="3" rtl="0" algn="ctr">
              <a:buNone/>
              <a:defRPr sz="1100">
                <a:solidFill>
                  <a:schemeClr val="accent2"/>
                </a:solidFill>
                <a:latin typeface="Lexend SemiBold"/>
                <a:ea typeface="Lexend SemiBold"/>
                <a:cs typeface="Lexend SemiBold"/>
                <a:sym typeface="Lexend SemiBold"/>
              </a:defRPr>
            </a:lvl4pPr>
            <a:lvl5pPr lvl="4" rtl="0" algn="ctr">
              <a:buNone/>
              <a:defRPr sz="1100">
                <a:solidFill>
                  <a:schemeClr val="accent2"/>
                </a:solidFill>
                <a:latin typeface="Lexend SemiBold"/>
                <a:ea typeface="Lexend SemiBold"/>
                <a:cs typeface="Lexend SemiBold"/>
                <a:sym typeface="Lexend SemiBold"/>
              </a:defRPr>
            </a:lvl5pPr>
            <a:lvl6pPr lvl="5" rtl="0" algn="ctr">
              <a:buNone/>
              <a:defRPr sz="1100">
                <a:solidFill>
                  <a:schemeClr val="accent2"/>
                </a:solidFill>
                <a:latin typeface="Lexend SemiBold"/>
                <a:ea typeface="Lexend SemiBold"/>
                <a:cs typeface="Lexend SemiBold"/>
                <a:sym typeface="Lexend SemiBold"/>
              </a:defRPr>
            </a:lvl6pPr>
            <a:lvl7pPr lvl="6" rtl="0" algn="ctr">
              <a:buNone/>
              <a:defRPr sz="1100">
                <a:solidFill>
                  <a:schemeClr val="accent2"/>
                </a:solidFill>
                <a:latin typeface="Lexend SemiBold"/>
                <a:ea typeface="Lexend SemiBold"/>
                <a:cs typeface="Lexend SemiBold"/>
                <a:sym typeface="Lexend SemiBold"/>
              </a:defRPr>
            </a:lvl7pPr>
            <a:lvl8pPr lvl="7" rtl="0" algn="ctr">
              <a:buNone/>
              <a:defRPr sz="1100">
                <a:solidFill>
                  <a:schemeClr val="accent2"/>
                </a:solidFill>
                <a:latin typeface="Lexend SemiBold"/>
                <a:ea typeface="Lexend SemiBold"/>
                <a:cs typeface="Lexend SemiBold"/>
                <a:sym typeface="Lexend SemiBold"/>
              </a:defRPr>
            </a:lvl8pPr>
            <a:lvl9pPr lvl="8" rtl="0" algn="ctr">
              <a:buNone/>
              <a:defRPr sz="1100">
                <a:solidFill>
                  <a:schemeClr val="accent2"/>
                </a:solidFill>
                <a:latin typeface="Lexend SemiBold"/>
                <a:ea typeface="Lexend SemiBold"/>
                <a:cs typeface="Lexend SemiBold"/>
                <a:sym typeface="Lexend SemiBold"/>
              </a:defRPr>
            </a:lvl9pPr>
          </a:lstStyle>
          <a:p>
            <a:pPr indent="0" lvl="0" marL="0" rtl="0" algn="ctr">
              <a:spcBef>
                <a:spcPts val="0"/>
              </a:spcBef>
              <a:spcAft>
                <a:spcPts val="0"/>
              </a:spcAft>
              <a:buNone/>
            </a:pPr>
            <a:fld id="{00000000-1234-1234-1234-123412341234}" type="slidenum">
              <a:rPr lang="en"/>
              <a:t>‹#›</a:t>
            </a:fld>
            <a:endParaRPr/>
          </a:p>
        </p:txBody>
      </p:sp>
      <p:sp>
        <p:nvSpPr>
          <p:cNvPr id="317" name="Google Shape;317;p40"/>
          <p:cNvSpPr txBox="1"/>
          <p:nvPr>
            <p:ph type="title"/>
          </p:nvPr>
        </p:nvSpPr>
        <p:spPr>
          <a:xfrm>
            <a:off x="163200" y="76200"/>
            <a:ext cx="8457900" cy="945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4800"/>
              <a:buFont typeface="Lexend Light"/>
              <a:buNone/>
              <a:defRPr sz="4800">
                <a:solidFill>
                  <a:schemeClr val="lt1"/>
                </a:solidFill>
                <a:latin typeface="Lexend Light"/>
                <a:ea typeface="Lexend Light"/>
                <a:cs typeface="Lexend Light"/>
                <a:sym typeface="Lexend Light"/>
              </a:defRPr>
            </a:lvl1pPr>
            <a:lvl2pPr lvl="1">
              <a:spcBef>
                <a:spcPts val="0"/>
              </a:spcBef>
              <a:spcAft>
                <a:spcPts val="0"/>
              </a:spcAft>
              <a:buSzPts val="1400"/>
              <a:buFont typeface="Lexend"/>
              <a:buNone/>
              <a:defRPr>
                <a:latin typeface="Lexend"/>
                <a:ea typeface="Lexend"/>
                <a:cs typeface="Lexend"/>
                <a:sym typeface="Lexend"/>
              </a:defRPr>
            </a:lvl2pPr>
            <a:lvl3pPr lvl="2">
              <a:spcBef>
                <a:spcPts val="0"/>
              </a:spcBef>
              <a:spcAft>
                <a:spcPts val="0"/>
              </a:spcAft>
              <a:buSzPts val="1400"/>
              <a:buFont typeface="Lexend"/>
              <a:buNone/>
              <a:defRPr>
                <a:latin typeface="Lexend"/>
                <a:ea typeface="Lexend"/>
                <a:cs typeface="Lexend"/>
                <a:sym typeface="Lexend"/>
              </a:defRPr>
            </a:lvl3pPr>
            <a:lvl4pPr lvl="3">
              <a:spcBef>
                <a:spcPts val="0"/>
              </a:spcBef>
              <a:spcAft>
                <a:spcPts val="0"/>
              </a:spcAft>
              <a:buSzPts val="1400"/>
              <a:buFont typeface="Lexend"/>
              <a:buNone/>
              <a:defRPr>
                <a:latin typeface="Lexend"/>
                <a:ea typeface="Lexend"/>
                <a:cs typeface="Lexend"/>
                <a:sym typeface="Lexend"/>
              </a:defRPr>
            </a:lvl4pPr>
            <a:lvl5pPr lvl="4">
              <a:spcBef>
                <a:spcPts val="0"/>
              </a:spcBef>
              <a:spcAft>
                <a:spcPts val="0"/>
              </a:spcAft>
              <a:buSzPts val="1400"/>
              <a:buFont typeface="Lexend"/>
              <a:buNone/>
              <a:defRPr>
                <a:latin typeface="Lexend"/>
                <a:ea typeface="Lexend"/>
                <a:cs typeface="Lexend"/>
                <a:sym typeface="Lexend"/>
              </a:defRPr>
            </a:lvl5pPr>
            <a:lvl6pPr lvl="5">
              <a:spcBef>
                <a:spcPts val="0"/>
              </a:spcBef>
              <a:spcAft>
                <a:spcPts val="0"/>
              </a:spcAft>
              <a:buSzPts val="1400"/>
              <a:buFont typeface="Lexend"/>
              <a:buNone/>
              <a:defRPr>
                <a:latin typeface="Lexend"/>
                <a:ea typeface="Lexend"/>
                <a:cs typeface="Lexend"/>
                <a:sym typeface="Lexend"/>
              </a:defRPr>
            </a:lvl6pPr>
            <a:lvl7pPr lvl="6">
              <a:spcBef>
                <a:spcPts val="0"/>
              </a:spcBef>
              <a:spcAft>
                <a:spcPts val="0"/>
              </a:spcAft>
              <a:buSzPts val="1400"/>
              <a:buFont typeface="Lexend"/>
              <a:buNone/>
              <a:defRPr>
                <a:latin typeface="Lexend"/>
                <a:ea typeface="Lexend"/>
                <a:cs typeface="Lexend"/>
                <a:sym typeface="Lexend"/>
              </a:defRPr>
            </a:lvl7pPr>
            <a:lvl8pPr lvl="7">
              <a:spcBef>
                <a:spcPts val="0"/>
              </a:spcBef>
              <a:spcAft>
                <a:spcPts val="0"/>
              </a:spcAft>
              <a:buSzPts val="1400"/>
              <a:buFont typeface="Lexend"/>
              <a:buNone/>
              <a:defRPr>
                <a:latin typeface="Lexend"/>
                <a:ea typeface="Lexend"/>
                <a:cs typeface="Lexend"/>
                <a:sym typeface="Lexend"/>
              </a:defRPr>
            </a:lvl8pPr>
            <a:lvl9pPr lvl="8">
              <a:spcBef>
                <a:spcPts val="0"/>
              </a:spcBef>
              <a:spcAft>
                <a:spcPts val="0"/>
              </a:spcAft>
              <a:buSzPts val="1400"/>
              <a:buFont typeface="Lexend"/>
              <a:buNone/>
              <a:defRPr>
                <a:latin typeface="Lexend"/>
                <a:ea typeface="Lexend"/>
                <a:cs typeface="Lexend"/>
                <a:sym typeface="Lexend"/>
              </a:defRPr>
            </a:lvl9pPr>
          </a:lstStyle>
          <a:p/>
        </p:txBody>
      </p:sp>
      <p:sp>
        <p:nvSpPr>
          <p:cNvPr id="318" name="Google Shape;318;p40"/>
          <p:cNvSpPr txBox="1"/>
          <p:nvPr>
            <p:ph idx="1" type="body"/>
          </p:nvPr>
        </p:nvSpPr>
        <p:spPr>
          <a:xfrm>
            <a:off x="136825" y="2540475"/>
            <a:ext cx="4209300" cy="2141700"/>
          </a:xfrm>
          <a:prstGeom prst="rect">
            <a:avLst/>
          </a:prstGeom>
          <a:noFill/>
          <a:ln>
            <a:noFill/>
          </a:ln>
        </p:spPr>
        <p:txBody>
          <a:bodyPr anchorCtr="0" anchor="t" bIns="91425" lIns="91425" spcFirstLastPara="1" rIns="91425" wrap="square" tIns="91425">
            <a:noAutofit/>
          </a:bodyPr>
          <a:lstStyle>
            <a:lvl1pPr indent="-336550" lvl="0" marL="457200">
              <a:spcBef>
                <a:spcPts val="0"/>
              </a:spcBef>
              <a:spcAft>
                <a:spcPts val="0"/>
              </a:spcAft>
              <a:buClr>
                <a:schemeClr val="lt1"/>
              </a:buClr>
              <a:buSzPts val="1700"/>
              <a:buFont typeface="Lexend"/>
              <a:buChar char="●"/>
              <a:defRPr sz="1700">
                <a:solidFill>
                  <a:schemeClr val="lt1"/>
                </a:solidFill>
                <a:latin typeface="Lexend"/>
                <a:ea typeface="Lexend"/>
                <a:cs typeface="Lexend"/>
                <a:sym typeface="Lexend"/>
              </a:defRPr>
            </a:lvl1pPr>
            <a:lvl2pPr indent="-323850" lvl="1" marL="914400">
              <a:spcBef>
                <a:spcPts val="0"/>
              </a:spcBef>
              <a:spcAft>
                <a:spcPts val="0"/>
              </a:spcAft>
              <a:buClr>
                <a:schemeClr val="lt1"/>
              </a:buClr>
              <a:buSzPts val="1500"/>
              <a:buFont typeface="Lexend"/>
              <a:buChar char="○"/>
              <a:defRPr sz="1500">
                <a:solidFill>
                  <a:schemeClr val="lt1"/>
                </a:solidFill>
                <a:latin typeface="Lexend"/>
                <a:ea typeface="Lexend"/>
                <a:cs typeface="Lexend"/>
                <a:sym typeface="Lexend"/>
              </a:defRPr>
            </a:lvl2pPr>
            <a:lvl3pPr indent="-317500" lvl="2" marL="1371600">
              <a:spcBef>
                <a:spcPts val="0"/>
              </a:spcBef>
              <a:spcAft>
                <a:spcPts val="0"/>
              </a:spcAft>
              <a:buClr>
                <a:schemeClr val="lt1"/>
              </a:buClr>
              <a:buSzPts val="1400"/>
              <a:buFont typeface="Lexend"/>
              <a:buChar char="■"/>
              <a:defRPr>
                <a:solidFill>
                  <a:schemeClr val="lt1"/>
                </a:solidFill>
                <a:latin typeface="Lexend"/>
                <a:ea typeface="Lexend"/>
                <a:cs typeface="Lexend"/>
                <a:sym typeface="Lexend"/>
              </a:defRPr>
            </a:lvl3pPr>
            <a:lvl4pPr indent="-311150" lvl="3" marL="1828800">
              <a:spcBef>
                <a:spcPts val="0"/>
              </a:spcBef>
              <a:spcAft>
                <a:spcPts val="0"/>
              </a:spcAft>
              <a:buClr>
                <a:schemeClr val="lt1"/>
              </a:buClr>
              <a:buSzPts val="1300"/>
              <a:buFont typeface="Lexend"/>
              <a:buChar char="●"/>
              <a:defRPr sz="1300">
                <a:solidFill>
                  <a:schemeClr val="lt1"/>
                </a:solidFill>
                <a:latin typeface="Lexend"/>
                <a:ea typeface="Lexend"/>
                <a:cs typeface="Lexend"/>
                <a:sym typeface="Lexend"/>
              </a:defRPr>
            </a:lvl4pPr>
            <a:lvl5pPr indent="-304800" lvl="4" marL="2286000">
              <a:spcBef>
                <a:spcPts val="0"/>
              </a:spcBef>
              <a:spcAft>
                <a:spcPts val="0"/>
              </a:spcAft>
              <a:buClr>
                <a:schemeClr val="lt1"/>
              </a:buClr>
              <a:buSzPts val="1200"/>
              <a:buFont typeface="Lexend"/>
              <a:buChar char="○"/>
              <a:defRPr sz="1200">
                <a:solidFill>
                  <a:schemeClr val="lt1"/>
                </a:solidFill>
                <a:latin typeface="Lexend"/>
                <a:ea typeface="Lexend"/>
                <a:cs typeface="Lexend"/>
                <a:sym typeface="Lexend"/>
              </a:defRPr>
            </a:lvl5pPr>
            <a:lvl6pPr indent="-298450" lvl="5" marL="2743200">
              <a:spcBef>
                <a:spcPts val="0"/>
              </a:spcBef>
              <a:spcAft>
                <a:spcPts val="0"/>
              </a:spcAft>
              <a:buClr>
                <a:schemeClr val="lt1"/>
              </a:buClr>
              <a:buSzPts val="1100"/>
              <a:buFont typeface="Lexend"/>
              <a:buChar char="■"/>
              <a:defRPr sz="1100">
                <a:solidFill>
                  <a:schemeClr val="lt1"/>
                </a:solidFill>
                <a:latin typeface="Lexend"/>
                <a:ea typeface="Lexend"/>
                <a:cs typeface="Lexend"/>
                <a:sym typeface="Lexend"/>
              </a:defRPr>
            </a:lvl6pPr>
            <a:lvl7pPr indent="-292100" lvl="6" marL="3200400">
              <a:spcBef>
                <a:spcPts val="0"/>
              </a:spcBef>
              <a:spcAft>
                <a:spcPts val="0"/>
              </a:spcAft>
              <a:buClr>
                <a:schemeClr val="lt1"/>
              </a:buClr>
              <a:buSzPts val="1000"/>
              <a:buFont typeface="Lexend"/>
              <a:buChar char="●"/>
              <a:defRPr sz="1000">
                <a:solidFill>
                  <a:schemeClr val="lt1"/>
                </a:solidFill>
                <a:latin typeface="Lexend"/>
                <a:ea typeface="Lexend"/>
                <a:cs typeface="Lexend"/>
                <a:sym typeface="Lexend"/>
              </a:defRPr>
            </a:lvl7pPr>
            <a:lvl8pPr indent="-285750" lvl="7" marL="3657600">
              <a:spcBef>
                <a:spcPts val="0"/>
              </a:spcBef>
              <a:spcAft>
                <a:spcPts val="0"/>
              </a:spcAft>
              <a:buClr>
                <a:schemeClr val="lt1"/>
              </a:buClr>
              <a:buSzPts val="900"/>
              <a:buFont typeface="Lexend"/>
              <a:buChar char="○"/>
              <a:defRPr sz="900">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sz="900">
                <a:solidFill>
                  <a:schemeClr val="lt1"/>
                </a:solidFill>
                <a:latin typeface="Lexend"/>
                <a:ea typeface="Lexend"/>
                <a:cs typeface="Lexend"/>
                <a:sym typeface="Lexend"/>
              </a:defRPr>
            </a:lvl9pPr>
          </a:lstStyle>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 id="2147483715" r:id="rId30"/>
    <p:sldLayoutId id="2147483716" r:id="rId31"/>
    <p:sldLayoutId id="2147483717" r:id="rId32"/>
    <p:sldLayoutId id="2147483718" r:id="rId33"/>
    <p:sldLayoutId id="2147483719" r:id="rId34"/>
    <p:sldLayoutId id="2147483720" r:id="rId35"/>
    <p:sldLayoutId id="2147483721" r:id="rId36"/>
    <p:sldLayoutId id="2147483722" r:id="rId37"/>
    <p:sldLayoutId id="2147483723" r:id="rId38"/>
    <p:sldLayoutId id="2147483724" r:id="rId39"/>
    <p:sldLayoutId id="2147483725" r:id="rId40"/>
    <p:sldLayoutId id="2147483726" r:id="rId41"/>
    <p:sldLayoutId id="2147483727" r:id="rId42"/>
    <p:sldLayoutId id="2147483728" r:id="rId43"/>
    <p:sldLayoutId id="2147483729" r:id="rId44"/>
    <p:sldLayoutId id="2147483730" r:id="rId45"/>
    <p:sldLayoutId id="2147483731" r:id="rId46"/>
    <p:sldLayoutId id="2147483732" r:id="rId47"/>
    <p:sldLayoutId id="2147483733" r:id="rId48"/>
    <p:sldLayoutId id="2147483734" r:id="rId49"/>
    <p:sldLayoutId id="2147483735" r:id="rId50"/>
    <p:sldLayoutId id="2147483736" r:id="rId51"/>
    <p:sldLayoutId id="2147483737" r:id="rId52"/>
    <p:sldLayoutId id="2147483738"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29">
          <p15:clr>
            <a:srgbClr val="E46962"/>
          </p15:clr>
        </p15:guide>
        <p15:guide id="2" pos="494">
          <p15:clr>
            <a:srgbClr val="E46962"/>
          </p15:clr>
        </p15:guide>
        <p15:guide id="3" pos="823">
          <p15:clr>
            <a:srgbClr val="E46962"/>
          </p15:clr>
        </p15:guide>
        <p15:guide id="4" pos="988">
          <p15:clr>
            <a:srgbClr val="E46962"/>
          </p15:clr>
        </p15:guide>
        <p15:guide id="5" pos="1317">
          <p15:clr>
            <a:srgbClr val="E46962"/>
          </p15:clr>
        </p15:guide>
        <p15:guide id="6" pos="1482">
          <p15:clr>
            <a:srgbClr val="E46962"/>
          </p15:clr>
        </p15:guide>
        <p15:guide id="7" pos="1811">
          <p15:clr>
            <a:srgbClr val="E46962"/>
          </p15:clr>
        </p15:guide>
        <p15:guide id="8" pos="1976">
          <p15:clr>
            <a:srgbClr val="E46962"/>
          </p15:clr>
        </p15:guide>
        <p15:guide id="9" pos="2305">
          <p15:clr>
            <a:srgbClr val="E46962"/>
          </p15:clr>
        </p15:guide>
        <p15:guide id="10" pos="2470">
          <p15:clr>
            <a:srgbClr val="E46962"/>
          </p15:clr>
        </p15:guide>
        <p15:guide id="11" pos="2799">
          <p15:clr>
            <a:srgbClr val="E46962"/>
          </p15:clr>
        </p15:guide>
        <p15:guide id="12" pos="5431">
          <p15:clr>
            <a:srgbClr val="E46962"/>
          </p15:clr>
        </p15:guide>
        <p15:guide id="13" pos="5266">
          <p15:clr>
            <a:srgbClr val="E46962"/>
          </p15:clr>
        </p15:guide>
        <p15:guide id="14" pos="4937">
          <p15:clr>
            <a:srgbClr val="E46962"/>
          </p15:clr>
        </p15:guide>
        <p15:guide id="15" pos="4772">
          <p15:clr>
            <a:srgbClr val="E46962"/>
          </p15:clr>
        </p15:guide>
        <p15:guide id="16" pos="4443">
          <p15:clr>
            <a:srgbClr val="E46962"/>
          </p15:clr>
        </p15:guide>
        <p15:guide id="17" pos="4278">
          <p15:clr>
            <a:srgbClr val="E46962"/>
          </p15:clr>
        </p15:guide>
        <p15:guide id="18" pos="3949">
          <p15:clr>
            <a:srgbClr val="E46962"/>
          </p15:clr>
        </p15:guide>
        <p15:guide id="19" pos="3784">
          <p15:clr>
            <a:srgbClr val="E46962"/>
          </p15:clr>
        </p15:guide>
        <p15:guide id="20" pos="3455">
          <p15:clr>
            <a:srgbClr val="E46962"/>
          </p15:clr>
        </p15:guide>
        <p15:guide id="21" pos="3290">
          <p15:clr>
            <a:srgbClr val="E46962"/>
          </p15:clr>
        </p15:guide>
        <p15:guide id="22" pos="296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1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663" name="Shape 663"/>
        <p:cNvGrpSpPr/>
        <p:nvPr/>
      </p:nvGrpSpPr>
      <p:grpSpPr>
        <a:xfrm>
          <a:off x="0" y="0"/>
          <a:ext cx="0" cy="0"/>
          <a:chOff x="0" y="0"/>
          <a:chExt cx="0" cy="0"/>
        </a:xfrm>
      </p:grpSpPr>
      <p:sp>
        <p:nvSpPr>
          <p:cNvPr id="664" name="Google Shape;664;p94"/>
          <p:cNvSpPr txBox="1"/>
          <p:nvPr>
            <p:ph type="title"/>
          </p:nvPr>
        </p:nvSpPr>
        <p:spPr>
          <a:xfrm>
            <a:off x="361200" y="166750"/>
            <a:ext cx="8421600" cy="1680600"/>
          </a:xfrm>
          <a:prstGeom prst="rect">
            <a:avLst/>
          </a:prstGeom>
        </p:spPr>
        <p:txBody>
          <a:bodyPr anchorCtr="0" anchor="t" bIns="91425" lIns="91425" spcFirstLastPara="1" rIns="91425" wrap="square" tIns="91425">
            <a:noAutofit/>
          </a:bodyPr>
          <a:lstStyle/>
          <a:p>
            <a:pPr indent="0" lvl="0" marL="0" rtl="0" algn="ctr">
              <a:lnSpc>
                <a:spcPct val="70000"/>
              </a:lnSpc>
              <a:spcBef>
                <a:spcPts val="0"/>
              </a:spcBef>
              <a:spcAft>
                <a:spcPts val="0"/>
              </a:spcAft>
              <a:buNone/>
            </a:pPr>
            <a:r>
              <a:rPr lang="en" sz="4200">
                <a:solidFill>
                  <a:srgbClr val="AC1C37"/>
                </a:solidFill>
                <a:latin typeface="Georgia"/>
                <a:ea typeface="Georgia"/>
                <a:cs typeface="Georgia"/>
                <a:sym typeface="Georgia"/>
              </a:rPr>
              <a:t>The Billion Dollar Question: </a:t>
            </a:r>
            <a:endParaRPr sz="4200">
              <a:solidFill>
                <a:srgbClr val="AC1C37"/>
              </a:solidFill>
              <a:latin typeface="Georgia"/>
              <a:ea typeface="Georgia"/>
              <a:cs typeface="Georgia"/>
              <a:sym typeface="Georgia"/>
            </a:endParaRPr>
          </a:p>
          <a:p>
            <a:pPr indent="0" lvl="0" marL="0" rtl="0" algn="ctr">
              <a:lnSpc>
                <a:spcPct val="70000"/>
              </a:lnSpc>
              <a:spcBef>
                <a:spcPts val="0"/>
              </a:spcBef>
              <a:spcAft>
                <a:spcPts val="0"/>
              </a:spcAft>
              <a:buNone/>
            </a:pPr>
            <a:r>
              <a:rPr lang="en" sz="4200">
                <a:solidFill>
                  <a:srgbClr val="AC1C37"/>
                </a:solidFill>
                <a:latin typeface="Georgia"/>
                <a:ea typeface="Georgia"/>
                <a:cs typeface="Georgia"/>
                <a:sym typeface="Georgia"/>
              </a:rPr>
              <a:t>Is						  's </a:t>
            </a:r>
            <a:endParaRPr sz="4200">
              <a:solidFill>
                <a:srgbClr val="AC1C37"/>
              </a:solidFill>
              <a:latin typeface="Georgia"/>
              <a:ea typeface="Georgia"/>
              <a:cs typeface="Georgia"/>
              <a:sym typeface="Georgia"/>
            </a:endParaRPr>
          </a:p>
          <a:p>
            <a:pPr indent="0" lvl="0" marL="0" rtl="0" algn="ctr">
              <a:lnSpc>
                <a:spcPct val="100000"/>
              </a:lnSpc>
              <a:spcBef>
                <a:spcPts val="0"/>
              </a:spcBef>
              <a:spcAft>
                <a:spcPts val="0"/>
              </a:spcAft>
              <a:buNone/>
            </a:pPr>
            <a:r>
              <a:rPr lang="en" sz="4200">
                <a:solidFill>
                  <a:srgbClr val="AC1C37"/>
                </a:solidFill>
                <a:latin typeface="Georgia"/>
                <a:ea typeface="Georgia"/>
                <a:cs typeface="Georgia"/>
                <a:sym typeface="Georgia"/>
              </a:rPr>
              <a:t>New UI Worth It?</a:t>
            </a:r>
            <a:endParaRPr sz="4200">
              <a:solidFill>
                <a:srgbClr val="AC1C37"/>
              </a:solidFill>
              <a:latin typeface="Georgia"/>
              <a:ea typeface="Georgia"/>
              <a:cs typeface="Georgia"/>
              <a:sym typeface="Georgia"/>
            </a:endParaRPr>
          </a:p>
        </p:txBody>
      </p:sp>
      <p:sp>
        <p:nvSpPr>
          <p:cNvPr id="665" name="Google Shape;665;p94"/>
          <p:cNvSpPr txBox="1"/>
          <p:nvPr>
            <p:ph idx="2" type="body"/>
          </p:nvPr>
        </p:nvSpPr>
        <p:spPr>
          <a:xfrm>
            <a:off x="311575" y="4443550"/>
            <a:ext cx="3432000" cy="63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AC1C37"/>
                </a:solidFill>
                <a:latin typeface="Georgia"/>
                <a:ea typeface="Georgia"/>
                <a:cs typeface="Georgia"/>
                <a:sym typeface="Georgia"/>
              </a:rPr>
              <a:t>Ofelia Akopian, Alex Mateu, </a:t>
            </a:r>
            <a:endParaRPr sz="1700">
              <a:solidFill>
                <a:srgbClr val="AC1C37"/>
              </a:solidFill>
              <a:latin typeface="Georgia"/>
              <a:ea typeface="Georgia"/>
              <a:cs typeface="Georgia"/>
              <a:sym typeface="Georgia"/>
            </a:endParaRPr>
          </a:p>
          <a:p>
            <a:pPr indent="0" lvl="0" marL="0" rtl="0" algn="l">
              <a:spcBef>
                <a:spcPts val="0"/>
              </a:spcBef>
              <a:spcAft>
                <a:spcPts val="0"/>
              </a:spcAft>
              <a:buNone/>
            </a:pPr>
            <a:r>
              <a:rPr lang="en" sz="1700">
                <a:solidFill>
                  <a:srgbClr val="AC1C37"/>
                </a:solidFill>
                <a:latin typeface="Georgia"/>
                <a:ea typeface="Georgia"/>
                <a:cs typeface="Georgia"/>
                <a:sym typeface="Georgia"/>
              </a:rPr>
              <a:t>Sarah Jane Nede, Bruno Sousa</a:t>
            </a:r>
            <a:endParaRPr sz="1700">
              <a:solidFill>
                <a:srgbClr val="AC1C37"/>
              </a:solidFill>
              <a:latin typeface="Georgia"/>
              <a:ea typeface="Georgia"/>
              <a:cs typeface="Georgia"/>
              <a:sym typeface="Georgia"/>
            </a:endParaRPr>
          </a:p>
        </p:txBody>
      </p:sp>
      <p:pic>
        <p:nvPicPr>
          <p:cNvPr id="666" name="Google Shape;666;p94"/>
          <p:cNvPicPr preferRelativeResize="0"/>
          <p:nvPr/>
        </p:nvPicPr>
        <p:blipFill rotWithShape="1">
          <a:blip r:embed="rId3">
            <a:alphaModFix/>
          </a:blip>
          <a:srcRect b="0" l="0" r="1381" t="26911"/>
          <a:stretch/>
        </p:blipFill>
        <p:spPr>
          <a:xfrm>
            <a:off x="1680775" y="1824089"/>
            <a:ext cx="5782450" cy="2028737"/>
          </a:xfrm>
          <a:prstGeom prst="rect">
            <a:avLst/>
          </a:prstGeom>
          <a:noFill/>
          <a:ln>
            <a:noFill/>
          </a:ln>
        </p:spPr>
      </p:pic>
      <p:pic>
        <p:nvPicPr>
          <p:cNvPr id="667" name="Google Shape;667;p94" title="vanguard-removebg-preview.png"/>
          <p:cNvPicPr preferRelativeResize="0"/>
          <p:nvPr/>
        </p:nvPicPr>
        <p:blipFill rotWithShape="1">
          <a:blip r:embed="rId4">
            <a:alphaModFix/>
          </a:blip>
          <a:srcRect b="9240" l="3421" r="7253" t="20762"/>
          <a:stretch/>
        </p:blipFill>
        <p:spPr>
          <a:xfrm>
            <a:off x="3383875" y="652900"/>
            <a:ext cx="2523975" cy="597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671" name="Shape 671"/>
        <p:cNvGrpSpPr/>
        <p:nvPr/>
      </p:nvGrpSpPr>
      <p:grpSpPr>
        <a:xfrm>
          <a:off x="0" y="0"/>
          <a:ext cx="0" cy="0"/>
          <a:chOff x="0" y="0"/>
          <a:chExt cx="0" cy="0"/>
        </a:xfrm>
      </p:grpSpPr>
      <p:sp>
        <p:nvSpPr>
          <p:cNvPr id="672" name="Google Shape;672;p95"/>
          <p:cNvSpPr txBox="1"/>
          <p:nvPr>
            <p:ph type="title"/>
          </p:nvPr>
        </p:nvSpPr>
        <p:spPr>
          <a:xfrm>
            <a:off x="674916" y="289225"/>
            <a:ext cx="6598800" cy="103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1C37"/>
                </a:solidFill>
                <a:latin typeface="Georgia"/>
                <a:ea typeface="Georgia"/>
                <a:cs typeface="Georgia"/>
                <a:sym typeface="Georgia"/>
              </a:rPr>
              <a:t>Project overview</a:t>
            </a:r>
            <a:endParaRPr>
              <a:solidFill>
                <a:srgbClr val="AC1C37"/>
              </a:solidFill>
              <a:latin typeface="Georgia"/>
              <a:ea typeface="Georgia"/>
              <a:cs typeface="Georgia"/>
              <a:sym typeface="Georgia"/>
            </a:endParaRPr>
          </a:p>
        </p:txBody>
      </p:sp>
      <p:sp>
        <p:nvSpPr>
          <p:cNvPr id="673" name="Google Shape;673;p95"/>
          <p:cNvSpPr txBox="1"/>
          <p:nvPr/>
        </p:nvSpPr>
        <p:spPr>
          <a:xfrm>
            <a:off x="788375" y="1289283"/>
            <a:ext cx="6508500" cy="24321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0"/>
              </a:spcAft>
              <a:buNone/>
            </a:pPr>
            <a:r>
              <a:rPr b="1" lang="en">
                <a:solidFill>
                  <a:srgbClr val="AC1C37"/>
                </a:solidFill>
                <a:latin typeface="Georgia"/>
                <a:ea typeface="Georgia"/>
                <a:cs typeface="Georgia"/>
                <a:sym typeface="Georgia"/>
              </a:rPr>
              <a:t>Business question:</a:t>
            </a:r>
            <a:r>
              <a:rPr b="1" lang="en">
                <a:solidFill>
                  <a:srgbClr val="980000"/>
                </a:solidFill>
                <a:latin typeface="Georgia"/>
                <a:ea typeface="Georgia"/>
                <a:cs typeface="Georgia"/>
                <a:sym typeface="Georgia"/>
              </a:rPr>
              <a:t> </a:t>
            </a:r>
            <a:r>
              <a:rPr lang="en" sz="1200">
                <a:latin typeface="Georgia"/>
                <a:ea typeface="Georgia"/>
                <a:cs typeface="Georgia"/>
                <a:sym typeface="Georgia"/>
              </a:rPr>
              <a:t>Does the new Vanguard UI design drive higher process completion rates, and if so, does the improvement justify the investment?</a:t>
            </a:r>
            <a:endParaRPr sz="1200">
              <a:latin typeface="Georgia"/>
              <a:ea typeface="Georgia"/>
              <a:cs typeface="Georgia"/>
              <a:sym typeface="Georgia"/>
            </a:endParaRPr>
          </a:p>
          <a:p>
            <a:pPr indent="0" lvl="0" marL="0" rtl="0" algn="l">
              <a:spcBef>
                <a:spcPts val="0"/>
              </a:spcBef>
              <a:spcAft>
                <a:spcPts val="0"/>
              </a:spcAft>
              <a:buNone/>
            </a:pPr>
            <a:r>
              <a:t/>
            </a:r>
            <a:endParaRPr>
              <a:latin typeface="Georgia"/>
              <a:ea typeface="Georgia"/>
              <a:cs typeface="Georgia"/>
              <a:sym typeface="Georgia"/>
            </a:endParaRPr>
          </a:p>
          <a:p>
            <a:pPr indent="0" lvl="0" marL="0" rtl="0" algn="l">
              <a:spcBef>
                <a:spcPts val="0"/>
              </a:spcBef>
              <a:spcAft>
                <a:spcPts val="0"/>
              </a:spcAft>
              <a:buNone/>
            </a:pPr>
            <a:r>
              <a:rPr b="1" lang="en">
                <a:solidFill>
                  <a:srgbClr val="AC1C37"/>
                </a:solidFill>
                <a:latin typeface="Georgia"/>
                <a:ea typeface="Georgia"/>
                <a:cs typeface="Georgia"/>
                <a:sym typeface="Georgia"/>
              </a:rPr>
              <a:t>Hypotheses:</a:t>
            </a:r>
            <a:endParaRPr b="1">
              <a:solidFill>
                <a:srgbClr val="AC1C37"/>
              </a:solidFill>
              <a:latin typeface="Georgia"/>
              <a:ea typeface="Georgia"/>
              <a:cs typeface="Georgia"/>
              <a:sym typeface="Georgia"/>
            </a:endParaRPr>
          </a:p>
          <a:p>
            <a:pPr indent="0" lvl="0" marL="0" rtl="0" algn="l">
              <a:spcBef>
                <a:spcPts val="0"/>
              </a:spcBef>
              <a:spcAft>
                <a:spcPts val="0"/>
              </a:spcAft>
              <a:buNone/>
            </a:pPr>
            <a:r>
              <a:t/>
            </a:r>
            <a:endParaRPr b="1">
              <a:solidFill>
                <a:srgbClr val="AC1C37"/>
              </a:solidFill>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rPr b="1" lang="en" sz="1200">
                <a:solidFill>
                  <a:srgbClr val="AC1C37"/>
                </a:solidFill>
                <a:latin typeface="Georgia"/>
                <a:ea typeface="Georgia"/>
                <a:cs typeface="Georgia"/>
                <a:sym typeface="Georgia"/>
              </a:rPr>
              <a:t>1: Completion Rate</a:t>
            </a:r>
            <a:endParaRPr b="1" sz="1200">
              <a:solidFill>
                <a:srgbClr val="AC1C37"/>
              </a:solidFill>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rPr b="1" lang="en" sz="1200">
                <a:solidFill>
                  <a:srgbClr val="980000"/>
                </a:solidFill>
                <a:latin typeface="Georgia"/>
                <a:ea typeface="Georgia"/>
                <a:cs typeface="Georgia"/>
                <a:sym typeface="Georgia"/>
              </a:rPr>
              <a:t>H₀: </a:t>
            </a:r>
            <a:r>
              <a:rPr lang="en" sz="1200">
                <a:solidFill>
                  <a:schemeClr val="lt1"/>
                </a:solidFill>
                <a:latin typeface="Georgia"/>
                <a:ea typeface="Georgia"/>
                <a:cs typeface="Georgia"/>
                <a:sym typeface="Georgia"/>
              </a:rPr>
              <a:t>The new design does not increase the completion rate compared to the old design. The completion rate in the Test group is less than or equal to the completion rate in the Control group.</a:t>
            </a:r>
            <a:endParaRPr sz="1200">
              <a:solidFill>
                <a:schemeClr val="lt1"/>
              </a:solidFill>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t/>
            </a:r>
            <a:endParaRPr sz="1200">
              <a:solidFill>
                <a:schemeClr val="lt1"/>
              </a:solidFill>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rPr b="1" lang="en" sz="1200">
                <a:solidFill>
                  <a:srgbClr val="AC1C37"/>
                </a:solidFill>
                <a:latin typeface="Georgia"/>
                <a:ea typeface="Georgia"/>
                <a:cs typeface="Georgia"/>
                <a:sym typeface="Georgia"/>
              </a:rPr>
              <a:t>H₁:</a:t>
            </a:r>
            <a:r>
              <a:rPr b="1" lang="en" sz="1200">
                <a:solidFill>
                  <a:srgbClr val="980000"/>
                </a:solidFill>
                <a:latin typeface="Georgia"/>
                <a:ea typeface="Georgia"/>
                <a:cs typeface="Georgia"/>
                <a:sym typeface="Georgia"/>
              </a:rPr>
              <a:t> </a:t>
            </a:r>
            <a:r>
              <a:rPr lang="en" sz="1200">
                <a:solidFill>
                  <a:schemeClr val="lt1"/>
                </a:solidFill>
                <a:latin typeface="Georgia"/>
                <a:ea typeface="Georgia"/>
                <a:cs typeface="Georgia"/>
                <a:sym typeface="Georgia"/>
              </a:rPr>
              <a:t>The new design increases the completion rate compared to the old design. The completion rate in the Test group is higher than the completion rate in the Control group.</a:t>
            </a:r>
            <a:endParaRPr>
              <a:latin typeface="Georgia"/>
              <a:ea typeface="Georgia"/>
              <a:cs typeface="Georgia"/>
              <a:sym typeface="Georgia"/>
            </a:endParaRPr>
          </a:p>
        </p:txBody>
      </p:sp>
      <p:sp>
        <p:nvSpPr>
          <p:cNvPr id="674" name="Google Shape;674;p95"/>
          <p:cNvSpPr txBox="1"/>
          <p:nvPr/>
        </p:nvSpPr>
        <p:spPr>
          <a:xfrm>
            <a:off x="788379" y="2292675"/>
            <a:ext cx="6508500" cy="6465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0"/>
              </a:spcAft>
              <a:buNone/>
            </a:pPr>
            <a:r>
              <a:t/>
            </a:r>
            <a:endParaRPr sz="1200">
              <a:solidFill>
                <a:schemeClr val="lt1"/>
              </a:solidFill>
              <a:latin typeface="Georgia"/>
              <a:ea typeface="Georgia"/>
              <a:cs typeface="Georgia"/>
              <a:sym typeface="Georgia"/>
            </a:endParaRPr>
          </a:p>
          <a:p>
            <a:pPr indent="0" lvl="0" marL="0" rtl="0" algn="l">
              <a:spcBef>
                <a:spcPts val="0"/>
              </a:spcBef>
              <a:spcAft>
                <a:spcPts val="0"/>
              </a:spcAft>
              <a:buNone/>
            </a:pPr>
            <a:r>
              <a:t/>
            </a:r>
            <a:endParaRPr sz="1200">
              <a:solidFill>
                <a:schemeClr val="lt1"/>
              </a:solidFill>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t/>
            </a:r>
            <a:endParaRPr b="1" sz="1200">
              <a:solidFill>
                <a:srgbClr val="980000"/>
              </a:solidFill>
              <a:latin typeface="Georgia"/>
              <a:ea typeface="Georgia"/>
              <a:cs typeface="Georgia"/>
              <a:sym typeface="Georgia"/>
            </a:endParaRPr>
          </a:p>
        </p:txBody>
      </p:sp>
      <p:cxnSp>
        <p:nvCxnSpPr>
          <p:cNvPr id="675" name="Google Shape;675;p95"/>
          <p:cNvCxnSpPr/>
          <p:nvPr/>
        </p:nvCxnSpPr>
        <p:spPr>
          <a:xfrm>
            <a:off x="788375" y="1205325"/>
            <a:ext cx="6508500" cy="0"/>
          </a:xfrm>
          <a:prstGeom prst="straightConnector1">
            <a:avLst/>
          </a:prstGeom>
          <a:noFill/>
          <a:ln cap="flat" cmpd="sng" w="19050">
            <a:solidFill>
              <a:schemeClr val="accent2"/>
            </a:solidFill>
            <a:prstDash val="solid"/>
            <a:round/>
            <a:headEnd len="med" w="med" type="none"/>
            <a:tailEnd len="med" w="med" type="none"/>
          </a:ln>
        </p:spPr>
      </p:cxnSp>
      <p:pic>
        <p:nvPicPr>
          <p:cNvPr id="676" name="Google Shape;676;p95"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680" name="Shape 680"/>
        <p:cNvGrpSpPr/>
        <p:nvPr/>
      </p:nvGrpSpPr>
      <p:grpSpPr>
        <a:xfrm>
          <a:off x="0" y="0"/>
          <a:ext cx="0" cy="0"/>
          <a:chOff x="0" y="0"/>
          <a:chExt cx="0" cy="0"/>
        </a:xfrm>
      </p:grpSpPr>
      <p:sp>
        <p:nvSpPr>
          <p:cNvPr id="681" name="Google Shape;681;p96"/>
          <p:cNvSpPr txBox="1"/>
          <p:nvPr>
            <p:ph type="title"/>
          </p:nvPr>
        </p:nvSpPr>
        <p:spPr>
          <a:xfrm>
            <a:off x="674916" y="289225"/>
            <a:ext cx="6598800" cy="103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1C37"/>
                </a:solidFill>
                <a:latin typeface="Georgia"/>
                <a:ea typeface="Georgia"/>
                <a:cs typeface="Georgia"/>
                <a:sym typeface="Georgia"/>
              </a:rPr>
              <a:t>Project overview</a:t>
            </a:r>
            <a:endParaRPr>
              <a:solidFill>
                <a:srgbClr val="AC1C37"/>
              </a:solidFill>
              <a:latin typeface="Georgia"/>
              <a:ea typeface="Georgia"/>
              <a:cs typeface="Georgia"/>
              <a:sym typeface="Georgia"/>
            </a:endParaRPr>
          </a:p>
        </p:txBody>
      </p:sp>
      <p:sp>
        <p:nvSpPr>
          <p:cNvPr id="682" name="Google Shape;682;p96"/>
          <p:cNvSpPr txBox="1"/>
          <p:nvPr/>
        </p:nvSpPr>
        <p:spPr>
          <a:xfrm>
            <a:off x="788375" y="1286000"/>
            <a:ext cx="6508500" cy="39315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0"/>
              </a:spcAft>
              <a:buNone/>
            </a:pPr>
            <a:r>
              <a:rPr b="1" lang="en" sz="1300">
                <a:solidFill>
                  <a:srgbClr val="AC1C37"/>
                </a:solidFill>
                <a:latin typeface="Georgia"/>
                <a:ea typeface="Georgia"/>
                <a:cs typeface="Georgia"/>
                <a:sym typeface="Georgia"/>
              </a:rPr>
              <a:t>2: Completion Rate with a Cost-Effectiveness Threshold</a:t>
            </a:r>
            <a:endParaRPr b="1" sz="1300">
              <a:solidFill>
                <a:srgbClr val="AC1C37"/>
              </a:solidFill>
              <a:latin typeface="Georgia"/>
              <a:ea typeface="Georgia"/>
              <a:cs typeface="Georgia"/>
              <a:sym typeface="Georgia"/>
            </a:endParaRPr>
          </a:p>
          <a:p>
            <a:pPr indent="0" lvl="0" marL="0" rtl="0" algn="l">
              <a:spcBef>
                <a:spcPts val="0"/>
              </a:spcBef>
              <a:spcAft>
                <a:spcPts val="0"/>
              </a:spcAft>
              <a:buNone/>
            </a:pPr>
            <a:r>
              <a:rPr b="1" lang="en" sz="1200">
                <a:solidFill>
                  <a:srgbClr val="AC1C37"/>
                </a:solidFill>
                <a:latin typeface="Georgia"/>
                <a:ea typeface="Georgia"/>
                <a:cs typeface="Georgia"/>
                <a:sym typeface="Georgia"/>
              </a:rPr>
              <a:t>H₀:</a:t>
            </a:r>
            <a:r>
              <a:rPr lang="en" sz="1200">
                <a:solidFill>
                  <a:schemeClr val="lt1"/>
                </a:solidFill>
                <a:latin typeface="Georgia"/>
                <a:ea typeface="Georgia"/>
                <a:cs typeface="Georgia"/>
                <a:sym typeface="Georgia"/>
              </a:rPr>
              <a:t> The new process design does not achieve the minimum required increase in completion rate. The difference in completion rate between the test group and the control group is less than 5%, meaning the new design is not cost-effective</a:t>
            </a:r>
            <a:endParaRPr sz="1200">
              <a:solidFill>
                <a:schemeClr val="lt1"/>
              </a:solidFill>
              <a:latin typeface="Georgia"/>
              <a:ea typeface="Georgia"/>
              <a:cs typeface="Georgia"/>
              <a:sym typeface="Georgia"/>
            </a:endParaRPr>
          </a:p>
          <a:p>
            <a:pPr indent="0" lvl="0" marL="0" rtl="0" algn="l">
              <a:lnSpc>
                <a:spcPct val="115000"/>
              </a:lnSpc>
              <a:spcBef>
                <a:spcPts val="1000"/>
              </a:spcBef>
              <a:spcAft>
                <a:spcPts val="0"/>
              </a:spcAft>
              <a:buNone/>
            </a:pPr>
            <a:r>
              <a:rPr b="1" lang="en" sz="1200">
                <a:solidFill>
                  <a:srgbClr val="AC1C37"/>
                </a:solidFill>
                <a:latin typeface="Georgia"/>
                <a:ea typeface="Georgia"/>
                <a:cs typeface="Georgia"/>
                <a:sym typeface="Georgia"/>
              </a:rPr>
              <a:t>H₁: </a:t>
            </a:r>
            <a:r>
              <a:rPr lang="en" sz="1200">
                <a:solidFill>
                  <a:schemeClr val="lt1"/>
                </a:solidFill>
                <a:latin typeface="Georgia"/>
                <a:ea typeface="Georgia"/>
                <a:cs typeface="Georgia"/>
                <a:sym typeface="Georgia"/>
              </a:rPr>
              <a:t>The new process design achieves or exceeds the minimum required increase in completion rate. The difference in completion rate between the test group and the control group is 5% or more, meaning the new design is cost-effective and its benefits outweigh the associated costs of design, development, testing, staff training and potential user disruptions.</a:t>
            </a:r>
            <a:endParaRPr sz="1200">
              <a:solidFill>
                <a:schemeClr val="lt1"/>
              </a:solidFill>
              <a:latin typeface="Georgia"/>
              <a:ea typeface="Georgia"/>
              <a:cs typeface="Georgia"/>
              <a:sym typeface="Georgia"/>
            </a:endParaRPr>
          </a:p>
          <a:p>
            <a:pPr indent="0" lvl="0" marL="0" rtl="0" algn="l">
              <a:lnSpc>
                <a:spcPct val="115000"/>
              </a:lnSpc>
              <a:spcBef>
                <a:spcPts val="1000"/>
              </a:spcBef>
              <a:spcAft>
                <a:spcPts val="0"/>
              </a:spcAft>
              <a:buNone/>
            </a:pPr>
            <a:r>
              <a:t/>
            </a:r>
            <a:endParaRPr sz="1200">
              <a:solidFill>
                <a:schemeClr val="lt1"/>
              </a:solidFill>
              <a:latin typeface="Georgia"/>
              <a:ea typeface="Georgia"/>
              <a:cs typeface="Georgia"/>
              <a:sym typeface="Georgia"/>
            </a:endParaRPr>
          </a:p>
          <a:p>
            <a:pPr indent="0" lvl="0" marL="0" rtl="0" algn="l">
              <a:spcBef>
                <a:spcPts val="0"/>
              </a:spcBef>
              <a:spcAft>
                <a:spcPts val="0"/>
              </a:spcAft>
              <a:buNone/>
            </a:pPr>
            <a:r>
              <a:rPr b="1" lang="en" sz="1300">
                <a:solidFill>
                  <a:srgbClr val="AC1C37"/>
                </a:solidFill>
                <a:latin typeface="Georgia"/>
                <a:ea typeface="Georgia"/>
                <a:cs typeface="Georgia"/>
                <a:sym typeface="Georgia"/>
              </a:rPr>
              <a:t>3: Completion Rate according to tenure years</a:t>
            </a:r>
            <a:endParaRPr b="1" sz="1300">
              <a:solidFill>
                <a:srgbClr val="AC1C37"/>
              </a:solidFill>
              <a:latin typeface="Georgia"/>
              <a:ea typeface="Georgia"/>
              <a:cs typeface="Georgia"/>
              <a:sym typeface="Georgia"/>
            </a:endParaRPr>
          </a:p>
          <a:p>
            <a:pPr indent="0" lvl="0" marL="0" rtl="0" algn="l">
              <a:lnSpc>
                <a:spcPct val="135714"/>
              </a:lnSpc>
              <a:spcBef>
                <a:spcPts val="0"/>
              </a:spcBef>
              <a:spcAft>
                <a:spcPts val="0"/>
              </a:spcAft>
              <a:buNone/>
            </a:pPr>
            <a:r>
              <a:rPr b="1" lang="en" sz="1200">
                <a:solidFill>
                  <a:srgbClr val="AC1C37"/>
                </a:solidFill>
                <a:latin typeface="Georgia"/>
                <a:ea typeface="Georgia"/>
                <a:cs typeface="Georgia"/>
                <a:sym typeface="Georgia"/>
              </a:rPr>
              <a:t>H₀: </a:t>
            </a:r>
            <a:r>
              <a:rPr lang="en" sz="1200">
                <a:solidFill>
                  <a:schemeClr val="lt1"/>
                </a:solidFill>
                <a:latin typeface="Georgia"/>
                <a:ea typeface="Georgia"/>
                <a:cs typeface="Georgia"/>
                <a:sym typeface="Georgia"/>
              </a:rPr>
              <a:t>The completion rate of the new process does not differ significantly from the old process across tenure groups</a:t>
            </a:r>
            <a:endParaRPr sz="1200">
              <a:solidFill>
                <a:schemeClr val="lt1"/>
              </a:solidFill>
              <a:latin typeface="Georgia"/>
              <a:ea typeface="Georgia"/>
              <a:cs typeface="Georgia"/>
              <a:sym typeface="Georgia"/>
            </a:endParaRPr>
          </a:p>
          <a:p>
            <a:pPr indent="0" lvl="0" marL="0" rtl="0" algn="l">
              <a:lnSpc>
                <a:spcPct val="135714"/>
              </a:lnSpc>
              <a:spcBef>
                <a:spcPts val="1000"/>
              </a:spcBef>
              <a:spcAft>
                <a:spcPts val="0"/>
              </a:spcAft>
              <a:buNone/>
            </a:pPr>
            <a:r>
              <a:rPr b="1" lang="en" sz="1200">
                <a:solidFill>
                  <a:srgbClr val="AC1C37"/>
                </a:solidFill>
                <a:latin typeface="Georgia"/>
                <a:ea typeface="Georgia"/>
                <a:cs typeface="Georgia"/>
                <a:sym typeface="Georgia"/>
              </a:rPr>
              <a:t>H₁:</a:t>
            </a:r>
            <a:r>
              <a:rPr b="1" lang="en" sz="1200">
                <a:solidFill>
                  <a:srgbClr val="980000"/>
                </a:solidFill>
                <a:latin typeface="Georgia"/>
                <a:ea typeface="Georgia"/>
                <a:cs typeface="Georgia"/>
                <a:sym typeface="Georgia"/>
              </a:rPr>
              <a:t> </a:t>
            </a:r>
            <a:r>
              <a:rPr lang="en" sz="1200">
                <a:solidFill>
                  <a:schemeClr val="lt1"/>
                </a:solidFill>
                <a:latin typeface="Georgia"/>
                <a:ea typeface="Georgia"/>
                <a:cs typeface="Georgia"/>
                <a:sym typeface="Georgia"/>
              </a:rPr>
              <a:t>The completion rate of the new process differs significantly from the old process across at least one tenure group</a:t>
            </a:r>
            <a:endParaRPr sz="1200">
              <a:solidFill>
                <a:schemeClr val="lt1"/>
              </a:solidFill>
              <a:latin typeface="Georgia"/>
              <a:ea typeface="Georgia"/>
              <a:cs typeface="Georgia"/>
              <a:sym typeface="Georgia"/>
            </a:endParaRPr>
          </a:p>
          <a:p>
            <a:pPr indent="0" lvl="0" marL="0" rtl="0" algn="l">
              <a:lnSpc>
                <a:spcPct val="135714"/>
              </a:lnSpc>
              <a:spcBef>
                <a:spcPts val="0"/>
              </a:spcBef>
              <a:spcAft>
                <a:spcPts val="0"/>
              </a:spcAft>
              <a:buNone/>
            </a:pPr>
            <a:r>
              <a:t/>
            </a:r>
            <a:endParaRPr sz="1200">
              <a:solidFill>
                <a:schemeClr val="lt1"/>
              </a:solidFill>
              <a:latin typeface="Georgia"/>
              <a:ea typeface="Georgia"/>
              <a:cs typeface="Georgia"/>
              <a:sym typeface="Georgia"/>
            </a:endParaRPr>
          </a:p>
          <a:p>
            <a:pPr indent="0" lvl="0" marL="0" rtl="0" algn="l">
              <a:spcBef>
                <a:spcPts val="0"/>
              </a:spcBef>
              <a:spcAft>
                <a:spcPts val="0"/>
              </a:spcAft>
              <a:buNone/>
            </a:pPr>
            <a:r>
              <a:t/>
            </a:r>
            <a:endParaRPr b="1" sz="1200">
              <a:solidFill>
                <a:srgbClr val="980000"/>
              </a:solidFill>
              <a:latin typeface="Georgia"/>
              <a:ea typeface="Georgia"/>
              <a:cs typeface="Georgia"/>
              <a:sym typeface="Georgia"/>
            </a:endParaRPr>
          </a:p>
        </p:txBody>
      </p:sp>
      <p:cxnSp>
        <p:nvCxnSpPr>
          <p:cNvPr id="683" name="Google Shape;683;p96"/>
          <p:cNvCxnSpPr/>
          <p:nvPr/>
        </p:nvCxnSpPr>
        <p:spPr>
          <a:xfrm>
            <a:off x="788375" y="1205325"/>
            <a:ext cx="6508500" cy="0"/>
          </a:xfrm>
          <a:prstGeom prst="straightConnector1">
            <a:avLst/>
          </a:prstGeom>
          <a:noFill/>
          <a:ln cap="flat" cmpd="sng" w="19050">
            <a:solidFill>
              <a:schemeClr val="accent2"/>
            </a:solidFill>
            <a:prstDash val="solid"/>
            <a:round/>
            <a:headEnd len="med" w="med" type="none"/>
            <a:tailEnd len="med" w="med" type="none"/>
          </a:ln>
        </p:spPr>
      </p:cxnSp>
      <p:pic>
        <p:nvPicPr>
          <p:cNvPr id="684" name="Google Shape;684;p96"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97"/>
          <p:cNvSpPr txBox="1"/>
          <p:nvPr>
            <p:ph type="title"/>
          </p:nvPr>
        </p:nvSpPr>
        <p:spPr>
          <a:xfrm>
            <a:off x="676656" y="29260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1C37"/>
                </a:solidFill>
                <a:latin typeface="Georgia"/>
                <a:ea typeface="Georgia"/>
                <a:cs typeface="Georgia"/>
                <a:sym typeface="Georgia"/>
              </a:rPr>
              <a:t>Client analysis</a:t>
            </a:r>
            <a:endParaRPr>
              <a:solidFill>
                <a:srgbClr val="AC1C37"/>
              </a:solidFill>
              <a:latin typeface="Georgia"/>
              <a:ea typeface="Georgia"/>
              <a:cs typeface="Georgia"/>
              <a:sym typeface="Georgia"/>
            </a:endParaRPr>
          </a:p>
        </p:txBody>
      </p:sp>
      <p:sp>
        <p:nvSpPr>
          <p:cNvPr id="690" name="Google Shape;690;p97"/>
          <p:cNvSpPr txBox="1"/>
          <p:nvPr>
            <p:ph idx="1" type="body"/>
          </p:nvPr>
        </p:nvSpPr>
        <p:spPr>
          <a:xfrm>
            <a:off x="666750" y="4376925"/>
            <a:ext cx="8176200" cy="44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Georgia"/>
                <a:ea typeface="Georgia"/>
                <a:cs typeface="Georgia"/>
                <a:sym typeface="Georgia"/>
              </a:rPr>
              <a:t>The primary users are established, middle-to-older aged clients</a:t>
            </a:r>
            <a:endParaRPr sz="1400">
              <a:latin typeface="Georgia"/>
              <a:ea typeface="Georgia"/>
              <a:cs typeface="Georgia"/>
              <a:sym typeface="Georgia"/>
            </a:endParaRPr>
          </a:p>
        </p:txBody>
      </p:sp>
      <p:cxnSp>
        <p:nvCxnSpPr>
          <p:cNvPr id="691" name="Google Shape;691;p97"/>
          <p:cNvCxnSpPr/>
          <p:nvPr/>
        </p:nvCxnSpPr>
        <p:spPr>
          <a:xfrm>
            <a:off x="522909" y="1114558"/>
            <a:ext cx="6508500" cy="0"/>
          </a:xfrm>
          <a:prstGeom prst="straightConnector1">
            <a:avLst/>
          </a:prstGeom>
          <a:noFill/>
          <a:ln cap="flat" cmpd="sng" w="19050">
            <a:solidFill>
              <a:schemeClr val="accent2"/>
            </a:solidFill>
            <a:prstDash val="solid"/>
            <a:round/>
            <a:headEnd len="med" w="med" type="none"/>
            <a:tailEnd len="med" w="med" type="none"/>
          </a:ln>
        </p:spPr>
      </p:cxnSp>
      <p:pic>
        <p:nvPicPr>
          <p:cNvPr id="692" name="Google Shape;692;p97"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pic>
        <p:nvPicPr>
          <p:cNvPr id="693" name="Google Shape;693;p97" title="age_group_distribution.png"/>
          <p:cNvPicPr preferRelativeResize="0"/>
          <p:nvPr/>
        </p:nvPicPr>
        <p:blipFill>
          <a:blip r:embed="rId4">
            <a:alphaModFix/>
          </a:blip>
          <a:stretch>
            <a:fillRect/>
          </a:stretch>
        </p:blipFill>
        <p:spPr>
          <a:xfrm>
            <a:off x="374800" y="1203450"/>
            <a:ext cx="5071724" cy="3011351"/>
          </a:xfrm>
          <a:prstGeom prst="rect">
            <a:avLst/>
          </a:prstGeom>
          <a:noFill/>
          <a:ln>
            <a:noFill/>
          </a:ln>
        </p:spPr>
      </p:pic>
      <p:pic>
        <p:nvPicPr>
          <p:cNvPr id="694" name="Google Shape;694;p97" title="client_composition_pie.png"/>
          <p:cNvPicPr preferRelativeResize="0"/>
          <p:nvPr/>
        </p:nvPicPr>
        <p:blipFill>
          <a:blip r:embed="rId5">
            <a:alphaModFix/>
          </a:blip>
          <a:stretch>
            <a:fillRect/>
          </a:stretch>
        </p:blipFill>
        <p:spPr>
          <a:xfrm>
            <a:off x="5797550" y="1157549"/>
            <a:ext cx="2877212" cy="30113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98"/>
          <p:cNvSpPr txBox="1"/>
          <p:nvPr>
            <p:ph idx="4294967295" type="title"/>
          </p:nvPr>
        </p:nvSpPr>
        <p:spPr>
          <a:xfrm>
            <a:off x="676656" y="292608"/>
            <a:ext cx="6228000" cy="7530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lt1"/>
              </a:buClr>
              <a:buSzPts val="1100"/>
              <a:buFont typeface="Arial"/>
              <a:buNone/>
            </a:pPr>
            <a:r>
              <a:rPr lang="en">
                <a:solidFill>
                  <a:srgbClr val="AC1C37"/>
                </a:solidFill>
                <a:latin typeface="Georgia"/>
                <a:ea typeface="Georgia"/>
                <a:cs typeface="Georgia"/>
                <a:sym typeface="Georgia"/>
              </a:rPr>
              <a:t>Hypophethis 1</a:t>
            </a:r>
            <a:endParaRPr>
              <a:solidFill>
                <a:srgbClr val="AC1C37"/>
              </a:solidFill>
              <a:latin typeface="Georgia"/>
              <a:ea typeface="Georgia"/>
              <a:cs typeface="Georgia"/>
              <a:sym typeface="Georgia"/>
            </a:endParaRPr>
          </a:p>
        </p:txBody>
      </p:sp>
      <p:pic>
        <p:nvPicPr>
          <p:cNvPr id="700" name="Google Shape;700;p98"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sp>
        <p:nvSpPr>
          <p:cNvPr id="701" name="Google Shape;701;p98"/>
          <p:cNvSpPr txBox="1"/>
          <p:nvPr/>
        </p:nvSpPr>
        <p:spPr>
          <a:xfrm>
            <a:off x="522900" y="1172850"/>
            <a:ext cx="3999900" cy="400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Georgia"/>
                <a:ea typeface="Georgia"/>
                <a:cs typeface="Georgia"/>
                <a:sym typeface="Georgia"/>
              </a:rPr>
              <a:t>===============================</a:t>
            </a:r>
            <a:endParaRPr sz="1500">
              <a:latin typeface="Georgia"/>
              <a:ea typeface="Georgia"/>
              <a:cs typeface="Georgia"/>
              <a:sym typeface="Georgia"/>
            </a:endParaRPr>
          </a:p>
          <a:p>
            <a:pPr indent="0" lvl="0" marL="0" rtl="0" algn="ctr">
              <a:spcBef>
                <a:spcPts val="0"/>
              </a:spcBef>
              <a:spcAft>
                <a:spcPts val="0"/>
              </a:spcAft>
              <a:buNone/>
            </a:pPr>
            <a:r>
              <a:rPr lang="en" sz="1500">
                <a:latin typeface="Georgia"/>
                <a:ea typeface="Georgia"/>
                <a:cs typeface="Georgia"/>
                <a:sym typeface="Georgia"/>
              </a:rPr>
              <a:t>RELATIVE UPLIFT ANALYSIS           </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Control completion rate 	: 65.59%</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Test completion rate		: 69.29%</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Absolute difference     	: +3.71 pp</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Relative uplift         		: +5.65%</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Chi-square statistic    		: 78.5880</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Degrees of freedom      	: 1</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P-value                 		: 0.000000</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 </a:t>
            </a:r>
            <a:r>
              <a:rPr lang="en" sz="1500">
                <a:latin typeface="Georgia"/>
                <a:ea typeface="Georgia"/>
                <a:cs typeface="Georgia"/>
                <a:sym typeface="Georgia"/>
              </a:rPr>
              <a:t>Significant at 95% confidence level</a:t>
            </a:r>
            <a:endParaRPr sz="1500">
              <a:latin typeface="Georgia"/>
              <a:ea typeface="Georgia"/>
              <a:cs typeface="Georgia"/>
              <a:sym typeface="Georgia"/>
            </a:endParaRPr>
          </a:p>
          <a:p>
            <a:pPr indent="0" lvl="0" marL="0" rtl="0" algn="l">
              <a:spcBef>
                <a:spcPts val="0"/>
              </a:spcBef>
              <a:spcAft>
                <a:spcPts val="0"/>
              </a:spcAft>
              <a:buNone/>
            </a:pPr>
            <a:r>
              <a:rPr lang="en" sz="1500">
                <a:latin typeface="Georgia"/>
                <a:ea typeface="Georgia"/>
                <a:cs typeface="Georgia"/>
                <a:sym typeface="Georgia"/>
              </a:rPr>
              <a:t>✅ </a:t>
            </a:r>
            <a:r>
              <a:rPr lang="en" sz="1500">
                <a:latin typeface="Georgia"/>
                <a:ea typeface="Georgia"/>
                <a:cs typeface="Georgia"/>
                <a:sym typeface="Georgia"/>
              </a:rPr>
              <a:t>Test performs 5.65% better than control</a:t>
            </a:r>
            <a:endParaRPr sz="1500">
              <a:latin typeface="Georgia"/>
              <a:ea typeface="Georgia"/>
              <a:cs typeface="Georgia"/>
              <a:sym typeface="Georgia"/>
            </a:endParaRPr>
          </a:p>
          <a:p>
            <a:pPr indent="0" lvl="0" marL="0" rtl="0" algn="l">
              <a:spcBef>
                <a:spcPts val="0"/>
              </a:spcBef>
              <a:spcAft>
                <a:spcPts val="0"/>
              </a:spcAft>
              <a:buNone/>
            </a:pPr>
            <a:r>
              <a:rPr lang="en" sz="1700">
                <a:latin typeface="Georgia"/>
                <a:ea typeface="Georgia"/>
                <a:cs typeface="Georgia"/>
                <a:sym typeface="Georgia"/>
              </a:rPr>
              <a:t>===========================</a:t>
            </a:r>
            <a:endParaRPr sz="1700">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t/>
            </a:r>
            <a:endParaRPr sz="1700">
              <a:latin typeface="Georgia"/>
              <a:ea typeface="Georgia"/>
              <a:cs typeface="Georgia"/>
              <a:sym typeface="Georgia"/>
            </a:endParaRPr>
          </a:p>
        </p:txBody>
      </p:sp>
      <p:cxnSp>
        <p:nvCxnSpPr>
          <p:cNvPr id="702" name="Google Shape;702;p98"/>
          <p:cNvCxnSpPr/>
          <p:nvPr/>
        </p:nvCxnSpPr>
        <p:spPr>
          <a:xfrm>
            <a:off x="786384" y="1207008"/>
            <a:ext cx="6508500" cy="0"/>
          </a:xfrm>
          <a:prstGeom prst="straightConnector1">
            <a:avLst/>
          </a:prstGeom>
          <a:noFill/>
          <a:ln cap="flat" cmpd="sng" w="19050">
            <a:solidFill>
              <a:schemeClr val="accent2"/>
            </a:solidFill>
            <a:prstDash val="solid"/>
            <a:round/>
            <a:headEnd len="med" w="med" type="none"/>
            <a:tailEnd len="med" w="med" type="none"/>
          </a:ln>
        </p:spPr>
      </p:cxnSp>
      <p:sp>
        <p:nvSpPr>
          <p:cNvPr id="703" name="Google Shape;703;p98"/>
          <p:cNvSpPr txBox="1"/>
          <p:nvPr/>
        </p:nvSpPr>
        <p:spPr>
          <a:xfrm>
            <a:off x="4700100" y="1495475"/>
            <a:ext cx="4131900" cy="30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AC1C37"/>
                </a:solidFill>
                <a:latin typeface="Georgia"/>
                <a:ea typeface="Georgia"/>
                <a:cs typeface="Georgia"/>
                <a:sym typeface="Georgia"/>
              </a:rPr>
              <a:t>Statistical Analysis:</a:t>
            </a:r>
            <a:endParaRPr sz="1200">
              <a:solidFill>
                <a:schemeClr val="lt1"/>
              </a:solidFill>
              <a:latin typeface="Georgia"/>
              <a:ea typeface="Georgia"/>
              <a:cs typeface="Georgia"/>
              <a:sym typeface="Georgia"/>
            </a:endParaRPr>
          </a:p>
          <a:p>
            <a:pPr indent="-304800" lvl="0" marL="457200" rtl="0" algn="l">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With a chi-square of 78.5880 and p-value ≈ 0, the probability that this difference arose by chance is negligible. The result is reliable across both groups.</a:t>
            </a:r>
            <a:endParaRPr sz="1200">
              <a:solidFill>
                <a:schemeClr val="lt1"/>
              </a:solidFill>
              <a:latin typeface="Georgia"/>
              <a:ea typeface="Georgia"/>
              <a:cs typeface="Georgia"/>
              <a:sym typeface="Georgia"/>
            </a:endParaRPr>
          </a:p>
          <a:p>
            <a:pPr indent="0" lvl="0" marL="457200" rtl="0" algn="l">
              <a:spcBef>
                <a:spcPts val="0"/>
              </a:spcBef>
              <a:spcAft>
                <a:spcPts val="0"/>
              </a:spcAft>
              <a:buNone/>
            </a:pPr>
            <a:r>
              <a:t/>
            </a:r>
            <a:endParaRPr sz="1200">
              <a:solidFill>
                <a:schemeClr val="lt1"/>
              </a:solidFill>
              <a:latin typeface="Georgia"/>
              <a:ea typeface="Georgia"/>
              <a:cs typeface="Georgia"/>
              <a:sym typeface="Georgia"/>
            </a:endParaRPr>
          </a:p>
          <a:p>
            <a:pPr indent="-304800" lvl="0" marL="457200" rtl="0" algn="l">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5.65% relative uplift means that for every 100 users who previously would not have completed the process, approximately 6 additional users now complete it in the test variation.</a:t>
            </a:r>
            <a:endParaRPr sz="1200">
              <a:solidFill>
                <a:schemeClr val="lt1"/>
              </a:solidFill>
              <a:latin typeface="Georgia"/>
              <a:ea typeface="Georgia"/>
              <a:cs typeface="Georgia"/>
              <a:sym typeface="Georgia"/>
            </a:endParaRPr>
          </a:p>
          <a:p>
            <a:pPr indent="0" lvl="0" marL="457200" rtl="0" algn="l">
              <a:spcBef>
                <a:spcPts val="0"/>
              </a:spcBef>
              <a:spcAft>
                <a:spcPts val="0"/>
              </a:spcAft>
              <a:buNone/>
            </a:pPr>
            <a:r>
              <a:t/>
            </a:r>
            <a:endParaRPr sz="1200">
              <a:solidFill>
                <a:schemeClr val="lt1"/>
              </a:solidFill>
              <a:latin typeface="Georgia"/>
              <a:ea typeface="Georgia"/>
              <a:cs typeface="Georgia"/>
              <a:sym typeface="Georgia"/>
            </a:endParaRPr>
          </a:p>
          <a:p>
            <a:pPr indent="0" lvl="0" marL="0" rtl="0" algn="l">
              <a:spcBef>
                <a:spcPts val="0"/>
              </a:spcBef>
              <a:spcAft>
                <a:spcPts val="0"/>
              </a:spcAft>
              <a:buNone/>
            </a:pPr>
            <a:r>
              <a:rPr b="1" lang="en" sz="1700">
                <a:solidFill>
                  <a:srgbClr val="AC1C37"/>
                </a:solidFill>
                <a:latin typeface="Georgia"/>
                <a:ea typeface="Georgia"/>
                <a:cs typeface="Georgia"/>
                <a:sym typeface="Georgia"/>
              </a:rPr>
              <a:t>Business Impact:</a:t>
            </a:r>
            <a:endParaRPr sz="1200">
              <a:solidFill>
                <a:schemeClr val="lt1"/>
              </a:solidFill>
              <a:latin typeface="Georgia"/>
              <a:ea typeface="Georgia"/>
              <a:cs typeface="Georgia"/>
              <a:sym typeface="Georgia"/>
            </a:endParaRPr>
          </a:p>
          <a:p>
            <a:pPr indent="-304800" lvl="0" marL="457200" rtl="0" algn="l">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Scaling this to all traffic means thousands more completions per period with no additional acquisition cost.</a:t>
            </a:r>
            <a:endParaRPr sz="1200">
              <a:solidFill>
                <a:schemeClr val="lt1"/>
              </a:solidFill>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t/>
            </a:r>
            <a:endParaRPr sz="1200">
              <a:solidFill>
                <a:schemeClr val="lt1"/>
              </a:solidFill>
              <a:latin typeface="Georgia"/>
              <a:ea typeface="Georgia"/>
              <a:cs typeface="Georgia"/>
              <a:sym typeface="Georgia"/>
            </a:endParaRPr>
          </a:p>
          <a:p>
            <a:pPr indent="0" lvl="0" marL="0" rtl="0" algn="l">
              <a:spcBef>
                <a:spcPts val="0"/>
              </a:spcBef>
              <a:spcAft>
                <a:spcPts val="0"/>
              </a:spcAft>
              <a:buNone/>
            </a:pPr>
            <a:r>
              <a:t/>
            </a:r>
            <a:endParaRPr sz="1200">
              <a:solidFill>
                <a:schemeClr val="lt1"/>
              </a:solidFill>
              <a:latin typeface="Georgia"/>
              <a:ea typeface="Georgia"/>
              <a:cs typeface="Georgia"/>
              <a:sym typeface="Georgia"/>
            </a:endParaRPr>
          </a:p>
          <a:p>
            <a:pPr indent="0" lvl="0" marL="457200" rtl="0" algn="l">
              <a:spcBef>
                <a:spcPts val="0"/>
              </a:spcBef>
              <a:spcAft>
                <a:spcPts val="0"/>
              </a:spcAft>
              <a:buNone/>
            </a:pPr>
            <a:r>
              <a:t/>
            </a:r>
            <a:endParaRPr sz="1200">
              <a:solidFill>
                <a:schemeClr val="lt1"/>
              </a:solidFill>
              <a:latin typeface="Georgia"/>
              <a:ea typeface="Georgia"/>
              <a:cs typeface="Georgia"/>
              <a:sym typeface="Georgia"/>
            </a:endParaRPr>
          </a:p>
          <a:p>
            <a:pPr indent="0" lvl="0" marL="457200" rtl="0" algn="l">
              <a:spcBef>
                <a:spcPts val="0"/>
              </a:spcBef>
              <a:spcAft>
                <a:spcPts val="0"/>
              </a:spcAft>
              <a:buNone/>
            </a:pPr>
            <a:r>
              <a:t/>
            </a:r>
            <a:endParaRPr sz="1200">
              <a:solidFill>
                <a:schemeClr val="lt1"/>
              </a:solidFill>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t/>
            </a:r>
            <a:endParaRPr sz="1200">
              <a:solidFill>
                <a:schemeClr val="lt1"/>
              </a:solidFill>
              <a:latin typeface="Georgia"/>
              <a:ea typeface="Georgia"/>
              <a:cs typeface="Georgia"/>
              <a:sym typeface="Georgia"/>
            </a:endParaRPr>
          </a:p>
          <a:p>
            <a:pPr indent="0" lvl="0" marL="0" rtl="0" algn="l">
              <a:spcBef>
                <a:spcPts val="0"/>
              </a:spcBef>
              <a:spcAft>
                <a:spcPts val="0"/>
              </a:spcAft>
              <a:buNone/>
            </a:pPr>
            <a:r>
              <a:t/>
            </a:r>
            <a:endParaRPr sz="1200">
              <a:solidFill>
                <a:schemeClr val="lt1"/>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pic>
        <p:nvPicPr>
          <p:cNvPr id="708" name="Google Shape;708;p99"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sp>
        <p:nvSpPr>
          <p:cNvPr id="709" name="Google Shape;709;p99"/>
          <p:cNvSpPr txBox="1"/>
          <p:nvPr>
            <p:ph idx="4294967295" type="body"/>
          </p:nvPr>
        </p:nvSpPr>
        <p:spPr>
          <a:xfrm>
            <a:off x="392100" y="1426975"/>
            <a:ext cx="8359800" cy="12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AC1C37"/>
                </a:solidFill>
                <a:latin typeface="Georgia"/>
                <a:ea typeface="Georgia"/>
                <a:cs typeface="Georgia"/>
                <a:sym typeface="Georgia"/>
              </a:rPr>
              <a:t>Completion Rate with a cost-effectiveness threshold of  5%</a:t>
            </a:r>
            <a:endParaRPr b="1" sz="3900"/>
          </a:p>
          <a:p>
            <a:pPr indent="0" lvl="0" marL="0" rtl="0" algn="l">
              <a:lnSpc>
                <a:spcPct val="135714"/>
              </a:lnSpc>
              <a:spcBef>
                <a:spcPts val="0"/>
              </a:spcBef>
              <a:spcAft>
                <a:spcPts val="0"/>
              </a:spcAft>
              <a:buNone/>
            </a:pPr>
            <a:r>
              <a:t/>
            </a:r>
            <a:endParaRPr b="1" sz="1400"/>
          </a:p>
          <a:p>
            <a:pPr indent="457200" lvl="0" marL="2286000" rtl="0" algn="ctr">
              <a:spcBef>
                <a:spcPts val="0"/>
              </a:spcBef>
              <a:spcAft>
                <a:spcPts val="0"/>
              </a:spcAft>
              <a:buNone/>
            </a:pPr>
            <a:r>
              <a:rPr lang="en" sz="1400"/>
              <a:t>                             </a:t>
            </a:r>
            <a:r>
              <a:rPr lang="en" sz="1400">
                <a:latin typeface="Georgia"/>
                <a:ea typeface="Georgia"/>
                <a:cs typeface="Georgia"/>
                <a:sym typeface="Georgia"/>
              </a:rPr>
              <a:t>      </a:t>
            </a:r>
            <a:endParaRPr sz="1400">
              <a:latin typeface="Georgia"/>
              <a:ea typeface="Georgia"/>
              <a:cs typeface="Georgia"/>
              <a:sym typeface="Georgia"/>
            </a:endParaRPr>
          </a:p>
        </p:txBody>
      </p:sp>
      <p:sp>
        <p:nvSpPr>
          <p:cNvPr id="710" name="Google Shape;710;p99"/>
          <p:cNvSpPr txBox="1"/>
          <p:nvPr>
            <p:ph type="title"/>
          </p:nvPr>
        </p:nvSpPr>
        <p:spPr>
          <a:xfrm>
            <a:off x="676656" y="292608"/>
            <a:ext cx="6546300" cy="75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800">
                <a:solidFill>
                  <a:srgbClr val="AC1C37"/>
                </a:solidFill>
                <a:latin typeface="Georgia"/>
                <a:ea typeface="Georgia"/>
                <a:cs typeface="Georgia"/>
                <a:sym typeface="Georgia"/>
              </a:rPr>
              <a:t>Hypophethis 2</a:t>
            </a:r>
            <a:endParaRPr sz="4800">
              <a:solidFill>
                <a:srgbClr val="AC1C37"/>
              </a:solidFill>
              <a:latin typeface="Georgia"/>
              <a:ea typeface="Georgia"/>
              <a:cs typeface="Georgia"/>
              <a:sym typeface="Georgia"/>
            </a:endParaRPr>
          </a:p>
        </p:txBody>
      </p:sp>
      <p:cxnSp>
        <p:nvCxnSpPr>
          <p:cNvPr id="711" name="Google Shape;711;p99"/>
          <p:cNvCxnSpPr/>
          <p:nvPr/>
        </p:nvCxnSpPr>
        <p:spPr>
          <a:xfrm>
            <a:off x="784200" y="1207008"/>
            <a:ext cx="6508500" cy="0"/>
          </a:xfrm>
          <a:prstGeom prst="straightConnector1">
            <a:avLst/>
          </a:prstGeom>
          <a:noFill/>
          <a:ln cap="flat" cmpd="sng" w="19050">
            <a:solidFill>
              <a:schemeClr val="accent2"/>
            </a:solidFill>
            <a:prstDash val="solid"/>
            <a:round/>
            <a:headEnd len="med" w="med" type="none"/>
            <a:tailEnd len="med" w="med" type="none"/>
          </a:ln>
        </p:spPr>
      </p:cxnSp>
      <p:pic>
        <p:nvPicPr>
          <p:cNvPr id="712" name="Google Shape;712;p99"/>
          <p:cNvPicPr preferRelativeResize="0"/>
          <p:nvPr/>
        </p:nvPicPr>
        <p:blipFill>
          <a:blip r:embed="rId4">
            <a:alphaModFix/>
          </a:blip>
          <a:stretch>
            <a:fillRect/>
          </a:stretch>
        </p:blipFill>
        <p:spPr>
          <a:xfrm>
            <a:off x="3050738" y="2821650"/>
            <a:ext cx="3042531" cy="1265700"/>
          </a:xfrm>
          <a:prstGeom prst="rect">
            <a:avLst/>
          </a:prstGeom>
          <a:noFill/>
          <a:ln>
            <a:noFill/>
          </a:ln>
        </p:spPr>
      </p:pic>
      <p:sp>
        <p:nvSpPr>
          <p:cNvPr id="713" name="Google Shape;713;p99"/>
          <p:cNvSpPr txBox="1"/>
          <p:nvPr>
            <p:ph idx="4294967295" type="body"/>
          </p:nvPr>
        </p:nvSpPr>
        <p:spPr>
          <a:xfrm>
            <a:off x="2791350" y="2241200"/>
            <a:ext cx="3561300" cy="110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latin typeface="Georgia"/>
                <a:ea typeface="Georgia"/>
                <a:cs typeface="Georgia"/>
                <a:sym typeface="Georgia"/>
              </a:rPr>
              <a:t>Two proportion Z-test:</a:t>
            </a:r>
            <a:r>
              <a:rPr lang="en" sz="1400"/>
              <a:t>                               </a:t>
            </a:r>
            <a:r>
              <a:rPr lang="en" sz="1400">
                <a:latin typeface="Georgia"/>
                <a:ea typeface="Georgia"/>
                <a:cs typeface="Georgia"/>
                <a:sym typeface="Georgia"/>
              </a:rPr>
              <a:t>      </a:t>
            </a:r>
            <a:endParaRPr sz="1400">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pic>
        <p:nvPicPr>
          <p:cNvPr id="718" name="Google Shape;718;p100"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sp>
        <p:nvSpPr>
          <p:cNvPr id="719" name="Google Shape;719;p100"/>
          <p:cNvSpPr txBox="1"/>
          <p:nvPr>
            <p:ph idx="4294967295" type="body"/>
          </p:nvPr>
        </p:nvSpPr>
        <p:spPr>
          <a:xfrm>
            <a:off x="5345500" y="1207000"/>
            <a:ext cx="3798600" cy="3580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AC1C37"/>
              </a:buClr>
              <a:buSzPts val="1600"/>
              <a:buFont typeface="Georgia"/>
              <a:buChar char="●"/>
            </a:pPr>
            <a:r>
              <a:rPr b="1" lang="en" sz="1600">
                <a:solidFill>
                  <a:srgbClr val="980000"/>
                </a:solidFill>
                <a:latin typeface="Georgia"/>
                <a:ea typeface="Georgia"/>
                <a:cs typeface="Georgia"/>
                <a:sym typeface="Georgia"/>
              </a:rPr>
              <a:t>Completion Rate with a Cost-  effectiveness threshold of  5%</a:t>
            </a:r>
            <a:endParaRPr b="1" sz="1300"/>
          </a:p>
          <a:p>
            <a:pPr indent="0" lvl="0" marL="914400" rtl="0" algn="l">
              <a:spcBef>
                <a:spcPts val="0"/>
              </a:spcBef>
              <a:spcAft>
                <a:spcPts val="0"/>
              </a:spcAft>
              <a:buNone/>
            </a:pPr>
            <a:r>
              <a:t/>
            </a:r>
            <a:endParaRPr sz="1300">
              <a:latin typeface="Georgia"/>
              <a:ea typeface="Georgia"/>
              <a:cs typeface="Georgia"/>
              <a:sym typeface="Georgia"/>
            </a:endParaRPr>
          </a:p>
          <a:p>
            <a:pPr indent="-323850" lvl="1" marL="914400" rtl="0" algn="l">
              <a:spcBef>
                <a:spcPts val="0"/>
              </a:spcBef>
              <a:spcAft>
                <a:spcPts val="0"/>
              </a:spcAft>
              <a:buSzPts val="1500"/>
              <a:buFont typeface="Georgia"/>
              <a:buChar char="○"/>
            </a:pPr>
            <a:r>
              <a:rPr lang="en" sz="1300">
                <a:latin typeface="Georgia"/>
                <a:ea typeface="Georgia"/>
                <a:cs typeface="Georgia"/>
                <a:sym typeface="Georgia"/>
              </a:rPr>
              <a:t>The new test version shows improvements in every step, but doesn't reach the minimum 5% threshold required except in 1 and confirm.</a:t>
            </a:r>
            <a:endParaRPr sz="1300">
              <a:latin typeface="Georgia"/>
              <a:ea typeface="Georgia"/>
              <a:cs typeface="Georgia"/>
              <a:sym typeface="Georgia"/>
            </a:endParaRPr>
          </a:p>
          <a:p>
            <a:pPr indent="-323850" lvl="1" marL="914400" rtl="0" algn="l">
              <a:spcBef>
                <a:spcPts val="1000"/>
              </a:spcBef>
              <a:spcAft>
                <a:spcPts val="0"/>
              </a:spcAft>
              <a:buSzPts val="1500"/>
              <a:buFont typeface="Georgia"/>
              <a:buChar char="○"/>
            </a:pPr>
            <a:r>
              <a:rPr lang="en" sz="1300">
                <a:latin typeface="Georgia"/>
                <a:ea typeface="Georgia"/>
                <a:cs typeface="Georgia"/>
                <a:sym typeface="Georgia"/>
              </a:rPr>
              <a:t>Its VERY IMPORTANT to note that these improvements didn't happen by chance, that's why we did the Z test.</a:t>
            </a:r>
            <a:endParaRPr sz="1300">
              <a:latin typeface="Georgia"/>
              <a:ea typeface="Georgia"/>
              <a:cs typeface="Georgia"/>
              <a:sym typeface="Georgia"/>
            </a:endParaRPr>
          </a:p>
          <a:p>
            <a:pPr indent="-323850" lvl="1" marL="914400" rtl="0" algn="l">
              <a:spcBef>
                <a:spcPts val="1000"/>
              </a:spcBef>
              <a:spcAft>
                <a:spcPts val="0"/>
              </a:spcAft>
              <a:buSzPts val="1500"/>
              <a:buFont typeface="Georgia"/>
              <a:buChar char="○"/>
            </a:pPr>
            <a:r>
              <a:rPr lang="en" sz="1300">
                <a:latin typeface="Georgia"/>
                <a:ea typeface="Georgia"/>
                <a:cs typeface="Georgia"/>
                <a:sym typeface="Georgia"/>
              </a:rPr>
              <a:t>In one step they might be over 5% , but also, if that was the case, it would have needed to pass the Z-test as well.</a:t>
            </a:r>
            <a:endParaRPr sz="1300">
              <a:latin typeface="Georgia"/>
              <a:ea typeface="Georgia"/>
              <a:cs typeface="Georgia"/>
              <a:sym typeface="Georgia"/>
            </a:endParaRPr>
          </a:p>
          <a:p>
            <a:pPr indent="0" lvl="0" marL="0" rtl="0" algn="l">
              <a:spcBef>
                <a:spcPts val="0"/>
              </a:spcBef>
              <a:spcAft>
                <a:spcPts val="0"/>
              </a:spcAft>
              <a:buNone/>
            </a:pPr>
            <a:r>
              <a:t/>
            </a:r>
            <a:endParaRPr sz="1400"/>
          </a:p>
        </p:txBody>
      </p:sp>
      <p:sp>
        <p:nvSpPr>
          <p:cNvPr id="720" name="Google Shape;720;p100"/>
          <p:cNvSpPr txBox="1"/>
          <p:nvPr>
            <p:ph type="title"/>
          </p:nvPr>
        </p:nvSpPr>
        <p:spPr>
          <a:xfrm>
            <a:off x="676656" y="292608"/>
            <a:ext cx="6546300" cy="75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800">
                <a:solidFill>
                  <a:srgbClr val="AC1C37"/>
                </a:solidFill>
                <a:latin typeface="Georgia"/>
                <a:ea typeface="Georgia"/>
                <a:cs typeface="Georgia"/>
                <a:sym typeface="Georgia"/>
              </a:rPr>
              <a:t>Hypophethis 2</a:t>
            </a:r>
            <a:endParaRPr sz="4800">
              <a:solidFill>
                <a:srgbClr val="AC1C37"/>
              </a:solidFill>
              <a:latin typeface="Georgia"/>
              <a:ea typeface="Georgia"/>
              <a:cs typeface="Georgia"/>
              <a:sym typeface="Georgia"/>
            </a:endParaRPr>
          </a:p>
        </p:txBody>
      </p:sp>
      <p:cxnSp>
        <p:nvCxnSpPr>
          <p:cNvPr id="721" name="Google Shape;721;p100"/>
          <p:cNvCxnSpPr/>
          <p:nvPr/>
        </p:nvCxnSpPr>
        <p:spPr>
          <a:xfrm>
            <a:off x="784200" y="1207008"/>
            <a:ext cx="6508500" cy="0"/>
          </a:xfrm>
          <a:prstGeom prst="straightConnector1">
            <a:avLst/>
          </a:prstGeom>
          <a:noFill/>
          <a:ln cap="flat" cmpd="sng" w="19050">
            <a:solidFill>
              <a:schemeClr val="accent2"/>
            </a:solidFill>
            <a:prstDash val="solid"/>
            <a:round/>
            <a:headEnd len="med" w="med" type="none"/>
            <a:tailEnd len="med" w="med" type="none"/>
          </a:ln>
        </p:spPr>
      </p:cxnSp>
      <p:pic>
        <p:nvPicPr>
          <p:cNvPr id="722" name="Google Shape;722;p100"/>
          <p:cNvPicPr preferRelativeResize="0"/>
          <p:nvPr/>
        </p:nvPicPr>
        <p:blipFill>
          <a:blip r:embed="rId4">
            <a:alphaModFix/>
          </a:blip>
          <a:stretch>
            <a:fillRect/>
          </a:stretch>
        </p:blipFill>
        <p:spPr>
          <a:xfrm>
            <a:off x="0" y="1407900"/>
            <a:ext cx="5524200" cy="3254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101"/>
          <p:cNvSpPr txBox="1"/>
          <p:nvPr>
            <p:ph type="title"/>
          </p:nvPr>
        </p:nvSpPr>
        <p:spPr>
          <a:xfrm>
            <a:off x="676656" y="292608"/>
            <a:ext cx="5151300" cy="753000"/>
          </a:xfrm>
          <a:prstGeom prst="rect">
            <a:avLst/>
          </a:prstGeom>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lt1"/>
              </a:buClr>
              <a:buSzPts val="1100"/>
              <a:buFont typeface="Arial"/>
              <a:buNone/>
            </a:pPr>
            <a:r>
              <a:rPr lang="en">
                <a:solidFill>
                  <a:srgbClr val="AC1C37"/>
                </a:solidFill>
                <a:latin typeface="Georgia"/>
                <a:ea typeface="Georgia"/>
                <a:cs typeface="Georgia"/>
                <a:sym typeface="Georgia"/>
              </a:rPr>
              <a:t>Hypophethis 3</a:t>
            </a:r>
            <a:endParaRPr>
              <a:solidFill>
                <a:srgbClr val="AC1C37"/>
              </a:solidFill>
              <a:latin typeface="Georgia"/>
              <a:ea typeface="Georgia"/>
              <a:cs typeface="Georgia"/>
              <a:sym typeface="Georgia"/>
            </a:endParaRPr>
          </a:p>
        </p:txBody>
      </p:sp>
      <p:pic>
        <p:nvPicPr>
          <p:cNvPr id="728" name="Google Shape;728;p101"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sp>
        <p:nvSpPr>
          <p:cNvPr id="729" name="Google Shape;729;p101"/>
          <p:cNvSpPr txBox="1"/>
          <p:nvPr/>
        </p:nvSpPr>
        <p:spPr>
          <a:xfrm>
            <a:off x="786375" y="1207000"/>
            <a:ext cx="7780500" cy="340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700">
              <a:solidFill>
                <a:srgbClr val="000000"/>
              </a:solidFill>
              <a:latin typeface="Georgia"/>
              <a:ea typeface="Georgia"/>
              <a:cs typeface="Georgia"/>
              <a:sym typeface="Georgia"/>
            </a:endParaRPr>
          </a:p>
        </p:txBody>
      </p:sp>
      <p:cxnSp>
        <p:nvCxnSpPr>
          <p:cNvPr id="730" name="Google Shape;730;p101"/>
          <p:cNvCxnSpPr/>
          <p:nvPr/>
        </p:nvCxnSpPr>
        <p:spPr>
          <a:xfrm>
            <a:off x="786384" y="1207008"/>
            <a:ext cx="6508500" cy="0"/>
          </a:xfrm>
          <a:prstGeom prst="straightConnector1">
            <a:avLst/>
          </a:prstGeom>
          <a:noFill/>
          <a:ln cap="flat" cmpd="sng" w="19050">
            <a:solidFill>
              <a:schemeClr val="accent2"/>
            </a:solidFill>
            <a:prstDash val="solid"/>
            <a:round/>
            <a:headEnd len="med" w="med" type="none"/>
            <a:tailEnd len="med" w="med" type="none"/>
          </a:ln>
        </p:spPr>
      </p:cxnSp>
      <p:sp>
        <p:nvSpPr>
          <p:cNvPr id="731" name="Google Shape;731;p101"/>
          <p:cNvSpPr txBox="1"/>
          <p:nvPr/>
        </p:nvSpPr>
        <p:spPr>
          <a:xfrm>
            <a:off x="-184450" y="1368400"/>
            <a:ext cx="4344600" cy="3775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AC1C37"/>
              </a:buClr>
              <a:buSzPts val="1400"/>
              <a:buFont typeface="Georgia"/>
              <a:buChar char="●"/>
            </a:pPr>
            <a:r>
              <a:rPr b="1" lang="en" sz="1700">
                <a:solidFill>
                  <a:srgbClr val="AC1C37"/>
                </a:solidFill>
                <a:latin typeface="Georgia"/>
                <a:ea typeface="Georgia"/>
                <a:cs typeface="Georgia"/>
                <a:sym typeface="Georgia"/>
              </a:rPr>
              <a:t>Completion rates per tenure group</a:t>
            </a:r>
            <a:r>
              <a:rPr b="1" lang="en" sz="1700">
                <a:solidFill>
                  <a:srgbClr val="AC1C37"/>
                </a:solidFill>
                <a:latin typeface="Georgia"/>
                <a:ea typeface="Georgia"/>
                <a:cs typeface="Georgia"/>
                <a:sym typeface="Georgia"/>
              </a:rPr>
              <a:t>:</a:t>
            </a:r>
            <a:r>
              <a:rPr b="1" lang="en" sz="1100">
                <a:solidFill>
                  <a:srgbClr val="AC1C37"/>
                </a:solidFill>
                <a:latin typeface="Georgia"/>
                <a:ea typeface="Georgia"/>
                <a:cs typeface="Georgia"/>
                <a:sym typeface="Georgia"/>
              </a:rPr>
              <a:t> </a:t>
            </a:r>
            <a:endParaRPr b="1" sz="1100">
              <a:solidFill>
                <a:srgbClr val="AC1C37"/>
              </a:solidFill>
              <a:latin typeface="Georgia"/>
              <a:ea typeface="Georgia"/>
              <a:cs typeface="Georgia"/>
              <a:sym typeface="Georgia"/>
            </a:endParaRPr>
          </a:p>
          <a:p>
            <a:pPr indent="-311150" lvl="1" marL="914400" rtl="0" algn="l">
              <a:lnSpc>
                <a:spcPct val="135714"/>
              </a:lnSpc>
              <a:spcBef>
                <a:spcPts val="0"/>
              </a:spcBef>
              <a:spcAft>
                <a:spcPts val="0"/>
              </a:spcAft>
              <a:buClr>
                <a:schemeClr val="lt1"/>
              </a:buClr>
              <a:buSzPts val="1300"/>
              <a:buFont typeface="Georgia"/>
              <a:buChar char="○"/>
            </a:pPr>
            <a:r>
              <a:rPr lang="en" sz="1300">
                <a:solidFill>
                  <a:schemeClr val="lt1"/>
                </a:solidFill>
                <a:latin typeface="Georgia"/>
                <a:ea typeface="Georgia"/>
                <a:cs typeface="Georgia"/>
                <a:sym typeface="Georgia"/>
              </a:rPr>
              <a:t>The new process works better for most clients — especially newer clients (0-10 years) where the difference is biggest (3.9%)</a:t>
            </a:r>
            <a:endParaRPr sz="1300">
              <a:solidFill>
                <a:schemeClr val="lt1"/>
              </a:solidFill>
              <a:latin typeface="Georgia"/>
              <a:ea typeface="Georgia"/>
              <a:cs typeface="Georgia"/>
              <a:sym typeface="Georgia"/>
            </a:endParaRPr>
          </a:p>
          <a:p>
            <a:pPr indent="-311150" lvl="1" marL="914400" rtl="0" algn="l">
              <a:lnSpc>
                <a:spcPct val="135714"/>
              </a:lnSpc>
              <a:spcBef>
                <a:spcPts val="1000"/>
              </a:spcBef>
              <a:spcAft>
                <a:spcPts val="0"/>
              </a:spcAft>
              <a:buClr>
                <a:schemeClr val="lt1"/>
              </a:buClr>
              <a:buSzPts val="1300"/>
              <a:buFont typeface="Georgia"/>
              <a:buChar char="○"/>
            </a:pPr>
            <a:r>
              <a:rPr lang="en" sz="1300">
                <a:solidFill>
                  <a:schemeClr val="lt1"/>
                </a:solidFill>
                <a:latin typeface="Georgia"/>
                <a:ea typeface="Georgia"/>
                <a:cs typeface="Georgia"/>
                <a:sym typeface="Georgia"/>
              </a:rPr>
              <a:t>The gap is consistent (~4 percentage points) across New, Mid and Loyal groups</a:t>
            </a:r>
            <a:endParaRPr sz="1300">
              <a:solidFill>
                <a:schemeClr val="lt1"/>
              </a:solidFill>
              <a:latin typeface="Georgia"/>
              <a:ea typeface="Georgia"/>
              <a:cs typeface="Georgia"/>
              <a:sym typeface="Georgia"/>
            </a:endParaRPr>
          </a:p>
          <a:p>
            <a:pPr indent="-311150" lvl="1" marL="914400" rtl="0" algn="l">
              <a:lnSpc>
                <a:spcPct val="135714"/>
              </a:lnSpc>
              <a:spcBef>
                <a:spcPts val="1000"/>
              </a:spcBef>
              <a:spcAft>
                <a:spcPts val="0"/>
              </a:spcAft>
              <a:buClr>
                <a:schemeClr val="lt1"/>
              </a:buClr>
              <a:buSzPts val="1300"/>
              <a:buFont typeface="Georgia"/>
              <a:buChar char="○"/>
            </a:pPr>
            <a:r>
              <a:rPr lang="en" sz="1300">
                <a:solidFill>
                  <a:schemeClr val="lt1"/>
                </a:solidFill>
                <a:latin typeface="Georgia"/>
                <a:ea typeface="Georgia"/>
                <a:cs typeface="Georgia"/>
                <a:sym typeface="Georgia"/>
              </a:rPr>
              <a:t>Veteran (30+yr) has the smallest gap — so long-tenured clients still benefit from the new UI, just slightly less than other groups</a:t>
            </a:r>
            <a:endParaRPr sz="1300">
              <a:solidFill>
                <a:schemeClr val="lt1"/>
              </a:solidFill>
              <a:latin typeface="Georgia"/>
              <a:ea typeface="Georgia"/>
              <a:cs typeface="Georgia"/>
              <a:sym typeface="Georgia"/>
            </a:endParaRPr>
          </a:p>
          <a:p>
            <a:pPr indent="0" lvl="0" marL="914400" rtl="0" algn="l">
              <a:lnSpc>
                <a:spcPct val="135714"/>
              </a:lnSpc>
              <a:spcBef>
                <a:spcPts val="1000"/>
              </a:spcBef>
              <a:spcAft>
                <a:spcPts val="0"/>
              </a:spcAft>
              <a:buNone/>
            </a:pPr>
            <a:r>
              <a:t/>
            </a:r>
            <a:endParaRPr sz="1150">
              <a:solidFill>
                <a:srgbClr val="F8F8F2"/>
              </a:solidFill>
              <a:highlight>
                <a:srgbClr val="282A36"/>
              </a:highlight>
              <a:latin typeface="Courier New"/>
              <a:ea typeface="Courier New"/>
              <a:cs typeface="Courier New"/>
              <a:sym typeface="Courier New"/>
            </a:endParaRPr>
          </a:p>
          <a:p>
            <a:pPr indent="0" lvl="0" marL="914400" rtl="0" algn="l">
              <a:spcBef>
                <a:spcPts val="0"/>
              </a:spcBef>
              <a:spcAft>
                <a:spcPts val="0"/>
              </a:spcAft>
              <a:buNone/>
            </a:pPr>
            <a:r>
              <a:t/>
            </a:r>
            <a:endParaRPr b="1" sz="1200">
              <a:solidFill>
                <a:schemeClr val="lt1"/>
              </a:solidFill>
              <a:latin typeface="Georgia"/>
              <a:ea typeface="Georgia"/>
              <a:cs typeface="Georgia"/>
              <a:sym typeface="Georgia"/>
            </a:endParaRPr>
          </a:p>
          <a:p>
            <a:pPr indent="0" lvl="0" marL="457200" rtl="0" algn="l">
              <a:spcBef>
                <a:spcPts val="0"/>
              </a:spcBef>
              <a:spcAft>
                <a:spcPts val="0"/>
              </a:spcAft>
              <a:buNone/>
            </a:pPr>
            <a:r>
              <a:t/>
            </a:r>
            <a:endParaRPr sz="1700">
              <a:solidFill>
                <a:schemeClr val="lt1"/>
              </a:solidFill>
              <a:latin typeface="Georgia"/>
              <a:ea typeface="Georgia"/>
              <a:cs typeface="Georgia"/>
              <a:sym typeface="Georgia"/>
            </a:endParaRPr>
          </a:p>
          <a:p>
            <a:pPr indent="0" lvl="0" marL="0" rtl="0" algn="l">
              <a:spcBef>
                <a:spcPts val="1000"/>
              </a:spcBef>
              <a:spcAft>
                <a:spcPts val="0"/>
              </a:spcAft>
              <a:buNone/>
            </a:pPr>
            <a:r>
              <a:t/>
            </a:r>
            <a:endParaRPr sz="1700">
              <a:latin typeface="Lexend"/>
              <a:ea typeface="Lexend"/>
              <a:cs typeface="Lexend"/>
              <a:sym typeface="Lexend"/>
            </a:endParaRPr>
          </a:p>
        </p:txBody>
      </p:sp>
      <p:pic>
        <p:nvPicPr>
          <p:cNvPr id="732" name="Google Shape;732;p101"/>
          <p:cNvPicPr preferRelativeResize="0"/>
          <p:nvPr/>
        </p:nvPicPr>
        <p:blipFill>
          <a:blip r:embed="rId4">
            <a:alphaModFix/>
          </a:blip>
          <a:stretch>
            <a:fillRect/>
          </a:stretch>
        </p:blipFill>
        <p:spPr>
          <a:xfrm>
            <a:off x="4160150" y="1653350"/>
            <a:ext cx="4983851" cy="2510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02"/>
          <p:cNvSpPr txBox="1"/>
          <p:nvPr>
            <p:ph idx="4294967295" type="title"/>
          </p:nvPr>
        </p:nvSpPr>
        <p:spPr>
          <a:xfrm>
            <a:off x="676656" y="292608"/>
            <a:ext cx="6228000" cy="75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AC1C37"/>
                </a:solidFill>
                <a:latin typeface="Georgia"/>
                <a:ea typeface="Georgia"/>
                <a:cs typeface="Georgia"/>
                <a:sym typeface="Georgia"/>
              </a:rPr>
              <a:t>Additional Insights</a:t>
            </a:r>
            <a:endParaRPr>
              <a:solidFill>
                <a:srgbClr val="AC1C37"/>
              </a:solidFill>
              <a:latin typeface="Georgia"/>
              <a:ea typeface="Georgia"/>
              <a:cs typeface="Georgia"/>
              <a:sym typeface="Georgia"/>
            </a:endParaRPr>
          </a:p>
        </p:txBody>
      </p:sp>
      <p:pic>
        <p:nvPicPr>
          <p:cNvPr id="738" name="Google Shape;738;p102"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sp>
        <p:nvSpPr>
          <p:cNvPr id="739" name="Google Shape;739;p102"/>
          <p:cNvSpPr txBox="1"/>
          <p:nvPr/>
        </p:nvSpPr>
        <p:spPr>
          <a:xfrm>
            <a:off x="210925" y="1400775"/>
            <a:ext cx="3825900" cy="30375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rgbClr val="AC1C37"/>
              </a:buClr>
              <a:buSzPts val="1700"/>
              <a:buFont typeface="Georgia"/>
              <a:buChar char="●"/>
            </a:pPr>
            <a:r>
              <a:rPr b="1" lang="en" sz="1700">
                <a:solidFill>
                  <a:srgbClr val="AC1C37"/>
                </a:solidFill>
                <a:latin typeface="Georgia"/>
                <a:ea typeface="Georgia"/>
                <a:cs typeface="Georgia"/>
                <a:sym typeface="Georgia"/>
              </a:rPr>
              <a:t>Process integrity issue:</a:t>
            </a:r>
            <a:endParaRPr b="1" sz="1700">
              <a:solidFill>
                <a:srgbClr val="AC1C37"/>
              </a:solidFill>
              <a:latin typeface="Georgia"/>
              <a:ea typeface="Georgia"/>
              <a:cs typeface="Georgia"/>
              <a:sym typeface="Georgia"/>
            </a:endParaRPr>
          </a:p>
          <a:p>
            <a:pPr indent="-304800" lvl="1" marL="914400" marR="0" rtl="0" algn="l">
              <a:lnSpc>
                <a:spcPct val="100000"/>
              </a:lnSpc>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Irregularities going through the steps</a:t>
            </a:r>
            <a:endParaRPr sz="1200">
              <a:solidFill>
                <a:schemeClr val="lt1"/>
              </a:solidFill>
              <a:latin typeface="Georgia"/>
              <a:ea typeface="Georgia"/>
              <a:cs typeface="Georgia"/>
              <a:sym typeface="Georgia"/>
            </a:endParaRPr>
          </a:p>
          <a:p>
            <a:pPr indent="0" lvl="0" marL="914400" marR="0" rtl="0" algn="l">
              <a:lnSpc>
                <a:spcPct val="100000"/>
              </a:lnSpc>
              <a:spcBef>
                <a:spcPts val="0"/>
              </a:spcBef>
              <a:spcAft>
                <a:spcPts val="0"/>
              </a:spcAft>
              <a:buNone/>
            </a:pPr>
            <a:r>
              <a:t/>
            </a:r>
            <a:endParaRPr sz="1200">
              <a:solidFill>
                <a:schemeClr val="lt1"/>
              </a:solidFill>
              <a:latin typeface="Georgia"/>
              <a:ea typeface="Georgia"/>
              <a:cs typeface="Georgia"/>
              <a:sym typeface="Georgia"/>
            </a:endParaRPr>
          </a:p>
          <a:p>
            <a:pPr indent="-336550" lvl="0" marL="457200" rtl="0" algn="l">
              <a:spcBef>
                <a:spcPts val="0"/>
              </a:spcBef>
              <a:spcAft>
                <a:spcPts val="0"/>
              </a:spcAft>
              <a:buClr>
                <a:srgbClr val="AC1C37"/>
              </a:buClr>
              <a:buSzPts val="1700"/>
              <a:buFont typeface="Georgia"/>
              <a:buChar char="●"/>
            </a:pPr>
            <a:r>
              <a:rPr b="1" lang="en" sz="1700">
                <a:solidFill>
                  <a:srgbClr val="AC1C37"/>
                </a:solidFill>
                <a:latin typeface="Georgia"/>
                <a:ea typeface="Georgia"/>
                <a:cs typeface="Georgia"/>
                <a:sym typeface="Georgia"/>
              </a:rPr>
              <a:t>Drop off rates per step:</a:t>
            </a:r>
            <a:r>
              <a:rPr b="1" lang="en" sz="1100">
                <a:solidFill>
                  <a:srgbClr val="AC1C37"/>
                </a:solidFill>
                <a:latin typeface="Georgia"/>
                <a:ea typeface="Georgia"/>
                <a:cs typeface="Georgia"/>
                <a:sym typeface="Georgia"/>
              </a:rPr>
              <a:t> </a:t>
            </a:r>
            <a:endParaRPr b="1" sz="1100">
              <a:solidFill>
                <a:srgbClr val="AC1C37"/>
              </a:solidFill>
              <a:latin typeface="Georgia"/>
              <a:ea typeface="Georgia"/>
              <a:cs typeface="Georgia"/>
              <a:sym typeface="Georgia"/>
            </a:endParaRPr>
          </a:p>
          <a:p>
            <a:pPr indent="-304800" lvl="1" marL="914400" rtl="0" algn="l">
              <a:spcBef>
                <a:spcPts val="0"/>
              </a:spcBef>
              <a:spcAft>
                <a:spcPts val="0"/>
              </a:spcAft>
              <a:buClr>
                <a:schemeClr val="lt1"/>
              </a:buClr>
              <a:buSzPts val="1200"/>
              <a:buFont typeface="Georgia"/>
              <a:buChar char="○"/>
            </a:pPr>
            <a:r>
              <a:rPr b="1" lang="en" sz="1200">
                <a:solidFill>
                  <a:schemeClr val="lt1"/>
                </a:solidFill>
                <a:latin typeface="Georgia"/>
                <a:ea typeface="Georgia"/>
                <a:cs typeface="Georgia"/>
                <a:sym typeface="Georgia"/>
              </a:rPr>
              <a:t>Biggest win for new UI</a:t>
            </a:r>
            <a:r>
              <a:rPr lang="en" sz="1200">
                <a:solidFill>
                  <a:schemeClr val="lt1"/>
                </a:solidFill>
                <a:latin typeface="Georgia"/>
                <a:ea typeface="Georgia"/>
                <a:cs typeface="Georgia"/>
                <a:sym typeface="Georgia"/>
              </a:rPr>
              <a:t>: After Start: 14% vs 9.1% — the new UI is much better at keeping clients engaged initially! </a:t>
            </a:r>
            <a:endParaRPr sz="1200">
              <a:solidFill>
                <a:schemeClr val="lt1"/>
              </a:solidFill>
              <a:latin typeface="Georgia"/>
              <a:ea typeface="Georgia"/>
              <a:cs typeface="Georgia"/>
              <a:sym typeface="Georgia"/>
            </a:endParaRPr>
          </a:p>
          <a:p>
            <a:pPr indent="-304800" lvl="1" marL="914400" rtl="0" algn="l">
              <a:spcBef>
                <a:spcPts val="0"/>
              </a:spcBef>
              <a:spcAft>
                <a:spcPts val="0"/>
              </a:spcAft>
              <a:buClr>
                <a:schemeClr val="lt1"/>
              </a:buClr>
              <a:buSzPts val="1200"/>
              <a:buFont typeface="Georgia"/>
              <a:buChar char="○"/>
            </a:pPr>
            <a:r>
              <a:rPr b="1" lang="en" sz="1200">
                <a:solidFill>
                  <a:schemeClr val="lt1"/>
                </a:solidFill>
                <a:latin typeface="Georgia"/>
                <a:ea typeface="Georgia"/>
                <a:cs typeface="Georgia"/>
                <a:sym typeface="Georgia"/>
              </a:rPr>
              <a:t>Problem area</a:t>
            </a:r>
            <a:r>
              <a:rPr lang="en" sz="1200">
                <a:solidFill>
                  <a:schemeClr val="lt1"/>
                </a:solidFill>
                <a:latin typeface="Georgia"/>
                <a:ea typeface="Georgia"/>
                <a:cs typeface="Georgia"/>
                <a:sym typeface="Georgia"/>
              </a:rPr>
              <a:t> → After Step 1: the new UI loses slightly more clients here — something about Step 1 needs improvement! </a:t>
            </a:r>
            <a:endParaRPr sz="1200">
              <a:solidFill>
                <a:schemeClr val="lt1"/>
              </a:solidFill>
              <a:latin typeface="Georgia"/>
              <a:ea typeface="Georgia"/>
              <a:cs typeface="Georgia"/>
              <a:sym typeface="Georgia"/>
            </a:endParaRPr>
          </a:p>
          <a:p>
            <a:pPr indent="-304800" lvl="1" marL="914400" rtl="0" algn="l">
              <a:spcBef>
                <a:spcPts val="0"/>
              </a:spcBef>
              <a:spcAft>
                <a:spcPts val="0"/>
              </a:spcAft>
              <a:buClr>
                <a:schemeClr val="lt1"/>
              </a:buClr>
              <a:buSzPts val="1200"/>
              <a:buFont typeface="Georgia"/>
              <a:buChar char="○"/>
            </a:pPr>
            <a:r>
              <a:rPr b="1" lang="en" sz="1200">
                <a:solidFill>
                  <a:schemeClr val="lt1"/>
                </a:solidFill>
                <a:latin typeface="Georgia"/>
                <a:ea typeface="Georgia"/>
                <a:cs typeface="Georgia"/>
                <a:sym typeface="Georgia"/>
              </a:rPr>
              <a:t>Step 3 is the biggest drop-off for BOTH groups</a:t>
            </a:r>
            <a:r>
              <a:rPr lang="en" sz="1200">
                <a:solidFill>
                  <a:schemeClr val="lt1"/>
                </a:solidFill>
                <a:latin typeface="Georgia"/>
                <a:ea typeface="Georgia"/>
                <a:cs typeface="Georgia"/>
                <a:sym typeface="Georgia"/>
              </a:rPr>
              <a:t> → this step needs attention regardless of which UI is used!</a:t>
            </a:r>
            <a:endParaRPr sz="1200">
              <a:solidFill>
                <a:schemeClr val="lt1"/>
              </a:solidFill>
              <a:latin typeface="Georgia"/>
              <a:ea typeface="Georgia"/>
              <a:cs typeface="Georgia"/>
              <a:sym typeface="Georgia"/>
            </a:endParaRPr>
          </a:p>
          <a:p>
            <a:pPr indent="0" lvl="0" marL="457200" rtl="0" algn="l">
              <a:spcBef>
                <a:spcPts val="0"/>
              </a:spcBef>
              <a:spcAft>
                <a:spcPts val="0"/>
              </a:spcAft>
              <a:buNone/>
            </a:pPr>
            <a:r>
              <a:t/>
            </a:r>
            <a:endParaRPr sz="1700">
              <a:solidFill>
                <a:schemeClr val="lt1"/>
              </a:solidFill>
              <a:latin typeface="Georgia"/>
              <a:ea typeface="Georgia"/>
              <a:cs typeface="Georgia"/>
              <a:sym typeface="Georgia"/>
            </a:endParaRPr>
          </a:p>
          <a:p>
            <a:pPr indent="0" lvl="0" marL="0" rtl="0" algn="l">
              <a:spcBef>
                <a:spcPts val="1000"/>
              </a:spcBef>
              <a:spcAft>
                <a:spcPts val="0"/>
              </a:spcAft>
              <a:buNone/>
            </a:pPr>
            <a:r>
              <a:t/>
            </a:r>
            <a:endParaRPr sz="1700">
              <a:latin typeface="Lexend"/>
              <a:ea typeface="Lexend"/>
              <a:cs typeface="Lexend"/>
              <a:sym typeface="Lexend"/>
            </a:endParaRPr>
          </a:p>
        </p:txBody>
      </p:sp>
      <p:cxnSp>
        <p:nvCxnSpPr>
          <p:cNvPr id="740" name="Google Shape;740;p102"/>
          <p:cNvCxnSpPr/>
          <p:nvPr/>
        </p:nvCxnSpPr>
        <p:spPr>
          <a:xfrm>
            <a:off x="786384" y="1207008"/>
            <a:ext cx="6508500" cy="0"/>
          </a:xfrm>
          <a:prstGeom prst="straightConnector1">
            <a:avLst/>
          </a:prstGeom>
          <a:noFill/>
          <a:ln cap="flat" cmpd="sng" w="19050">
            <a:solidFill>
              <a:schemeClr val="accent2"/>
            </a:solidFill>
            <a:prstDash val="solid"/>
            <a:round/>
            <a:headEnd len="med" w="med" type="none"/>
            <a:tailEnd len="med" w="med" type="none"/>
          </a:ln>
        </p:spPr>
      </p:cxnSp>
      <p:pic>
        <p:nvPicPr>
          <p:cNvPr id="741" name="Google Shape;741;p102"/>
          <p:cNvPicPr preferRelativeResize="0"/>
          <p:nvPr/>
        </p:nvPicPr>
        <p:blipFill>
          <a:blip r:embed="rId4">
            <a:alphaModFix/>
          </a:blip>
          <a:stretch>
            <a:fillRect/>
          </a:stretch>
        </p:blipFill>
        <p:spPr>
          <a:xfrm>
            <a:off x="4189225" y="1501979"/>
            <a:ext cx="4802374" cy="283509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45" name="Shape 745"/>
        <p:cNvGrpSpPr/>
        <p:nvPr/>
      </p:nvGrpSpPr>
      <p:grpSpPr>
        <a:xfrm>
          <a:off x="0" y="0"/>
          <a:ext cx="0" cy="0"/>
          <a:chOff x="0" y="0"/>
          <a:chExt cx="0" cy="0"/>
        </a:xfrm>
      </p:grpSpPr>
      <p:pic>
        <p:nvPicPr>
          <p:cNvPr id="746" name="Google Shape;746;p103"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sp>
        <p:nvSpPr>
          <p:cNvPr id="747" name="Google Shape;747;p103"/>
          <p:cNvSpPr txBox="1"/>
          <p:nvPr>
            <p:ph type="title"/>
          </p:nvPr>
        </p:nvSpPr>
        <p:spPr>
          <a:xfrm>
            <a:off x="676656" y="292608"/>
            <a:ext cx="7028400" cy="7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700">
                <a:solidFill>
                  <a:srgbClr val="AC1C37"/>
                </a:solidFill>
                <a:latin typeface="Georgia"/>
                <a:ea typeface="Georgia"/>
                <a:cs typeface="Georgia"/>
                <a:sym typeface="Georgia"/>
              </a:rPr>
              <a:t>Data cleaning &amp; </a:t>
            </a:r>
            <a:r>
              <a:rPr lang="en" sz="4700">
                <a:solidFill>
                  <a:srgbClr val="AC1C37"/>
                </a:solidFill>
                <a:latin typeface="Georgia"/>
                <a:ea typeface="Georgia"/>
                <a:cs typeface="Georgia"/>
                <a:sym typeface="Georgia"/>
              </a:rPr>
              <a:t>obstacles</a:t>
            </a:r>
            <a:endParaRPr sz="4700">
              <a:solidFill>
                <a:srgbClr val="AC1C37"/>
              </a:solidFill>
              <a:latin typeface="Georgia"/>
              <a:ea typeface="Georgia"/>
              <a:cs typeface="Georgia"/>
              <a:sym typeface="Georgia"/>
            </a:endParaRPr>
          </a:p>
        </p:txBody>
      </p:sp>
      <p:sp>
        <p:nvSpPr>
          <p:cNvPr id="748" name="Google Shape;748;p103"/>
          <p:cNvSpPr txBox="1"/>
          <p:nvPr>
            <p:ph idx="1" type="body"/>
          </p:nvPr>
        </p:nvSpPr>
        <p:spPr>
          <a:xfrm>
            <a:off x="786376" y="1289300"/>
            <a:ext cx="77631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rgbClr val="AC1C37"/>
                </a:solidFill>
                <a:latin typeface="Georgia"/>
                <a:ea typeface="Georgia"/>
                <a:cs typeface="Georgia"/>
                <a:sym typeface="Georgia"/>
              </a:rPr>
              <a:t>Data Preparation &amp; Team Alignment:</a:t>
            </a:r>
            <a:endParaRPr b="1">
              <a:solidFill>
                <a:srgbClr val="AC1C37"/>
              </a:solidFill>
              <a:latin typeface="Georgia"/>
              <a:ea typeface="Georgia"/>
              <a:cs typeface="Georgia"/>
              <a:sym typeface="Georgia"/>
            </a:endParaRPr>
          </a:p>
          <a:p>
            <a:pPr indent="-304800" lvl="0" marL="457200" rtl="0" algn="l">
              <a:lnSpc>
                <a:spcPct val="115000"/>
              </a:lnSpc>
              <a:spcBef>
                <a:spcPts val="0"/>
              </a:spcBef>
              <a:spcAft>
                <a:spcPts val="0"/>
              </a:spcAft>
              <a:buSzPts val="1200"/>
              <a:buFont typeface="Georgia"/>
              <a:buChar char="●"/>
            </a:pPr>
            <a:r>
              <a:rPr lang="en" sz="1200">
                <a:latin typeface="Georgia"/>
                <a:ea typeface="Georgia"/>
                <a:cs typeface="Georgia"/>
                <a:sym typeface="Georgia"/>
              </a:rPr>
              <a:t>Dataset was largely clean → no major obstacles</a:t>
            </a:r>
            <a:endParaRPr sz="1200">
              <a:latin typeface="Georgia"/>
              <a:ea typeface="Georgia"/>
              <a:cs typeface="Georgia"/>
              <a:sym typeface="Georgia"/>
            </a:endParaRPr>
          </a:p>
          <a:p>
            <a:pPr indent="-304800" lvl="0" marL="457200" rtl="0" algn="l">
              <a:lnSpc>
                <a:spcPct val="115000"/>
              </a:lnSpc>
              <a:spcBef>
                <a:spcPts val="0"/>
              </a:spcBef>
              <a:spcAft>
                <a:spcPts val="0"/>
              </a:spcAft>
              <a:buSzPts val="1200"/>
              <a:buFont typeface="Georgia"/>
              <a:buChar char="●"/>
            </a:pPr>
            <a:r>
              <a:rPr lang="en" sz="1200">
                <a:latin typeface="Georgia"/>
                <a:ea typeface="Georgia"/>
                <a:cs typeface="Georgia"/>
                <a:sym typeface="Georgia"/>
              </a:rPr>
              <a:t>Removed rows with only null values (except client_id)</a:t>
            </a:r>
            <a:endParaRPr sz="1200">
              <a:latin typeface="Georgia"/>
              <a:ea typeface="Georgia"/>
              <a:cs typeface="Georgia"/>
              <a:sym typeface="Georgia"/>
            </a:endParaRPr>
          </a:p>
          <a:p>
            <a:pPr indent="-304800" lvl="0" marL="457200" rtl="0" algn="l">
              <a:lnSpc>
                <a:spcPct val="115000"/>
              </a:lnSpc>
              <a:spcBef>
                <a:spcPts val="0"/>
              </a:spcBef>
              <a:spcAft>
                <a:spcPts val="0"/>
              </a:spcAft>
              <a:buSzPts val="1200"/>
              <a:buFont typeface="Georgia"/>
              <a:buChar char="●"/>
            </a:pPr>
            <a:r>
              <a:rPr lang="en" sz="1200">
                <a:latin typeface="Georgia"/>
                <a:ea typeface="Georgia"/>
                <a:cs typeface="Georgia"/>
                <a:sym typeface="Georgia"/>
              </a:rPr>
              <a:t>Merged df_final_web_data_pt_1 and df_final_web_data_pt_2</a:t>
            </a:r>
            <a:endParaRPr sz="1200">
              <a:latin typeface="Georgia"/>
              <a:ea typeface="Georgia"/>
              <a:cs typeface="Georgia"/>
              <a:sym typeface="Georgia"/>
            </a:endParaRPr>
          </a:p>
          <a:p>
            <a:pPr indent="0" lvl="0" marL="0" rtl="0" algn="l">
              <a:lnSpc>
                <a:spcPct val="115000"/>
              </a:lnSpc>
              <a:spcBef>
                <a:spcPts val="1200"/>
              </a:spcBef>
              <a:spcAft>
                <a:spcPts val="0"/>
              </a:spcAft>
              <a:buClr>
                <a:schemeClr val="lt1"/>
              </a:buClr>
              <a:buSzPts val="1100"/>
              <a:buFont typeface="Arial"/>
              <a:buNone/>
            </a:pPr>
            <a:r>
              <a:rPr b="1" lang="en">
                <a:solidFill>
                  <a:srgbClr val="AC1C37"/>
                </a:solidFill>
                <a:latin typeface="Georgia"/>
                <a:ea typeface="Georgia"/>
                <a:cs typeface="Georgia"/>
                <a:sym typeface="Georgia"/>
              </a:rPr>
              <a:t>Challenges:</a:t>
            </a:r>
            <a:endParaRPr b="1" sz="1200">
              <a:solidFill>
                <a:srgbClr val="AC1C37"/>
              </a:solidFill>
              <a:latin typeface="Georgia"/>
              <a:ea typeface="Georgia"/>
              <a:cs typeface="Georgia"/>
              <a:sym typeface="Georgia"/>
            </a:endParaRPr>
          </a:p>
          <a:p>
            <a:pPr indent="-298450" lvl="0" marL="457200" rtl="0" algn="l">
              <a:lnSpc>
                <a:spcPct val="115000"/>
              </a:lnSpc>
              <a:spcBef>
                <a:spcPts val="0"/>
              </a:spcBef>
              <a:spcAft>
                <a:spcPts val="0"/>
              </a:spcAft>
              <a:buSzPts val="1100"/>
              <a:buFont typeface="Arial"/>
              <a:buChar char="●"/>
            </a:pPr>
            <a:r>
              <a:rPr lang="en" sz="1200">
                <a:latin typeface="Georgia"/>
                <a:ea typeface="Georgia"/>
                <a:cs typeface="Georgia"/>
                <a:sym typeface="Georgia"/>
              </a:rPr>
              <a:t>Main challenge: team alignment &amp; communication</a:t>
            </a:r>
            <a:endParaRPr sz="1200">
              <a:latin typeface="Georgia"/>
              <a:ea typeface="Georgia"/>
              <a:cs typeface="Georgia"/>
              <a:sym typeface="Georgia"/>
            </a:endParaRPr>
          </a:p>
          <a:p>
            <a:pPr indent="-298450" lvl="0" marL="457200" rtl="0" algn="l">
              <a:lnSpc>
                <a:spcPct val="115000"/>
              </a:lnSpc>
              <a:spcBef>
                <a:spcPts val="0"/>
              </a:spcBef>
              <a:spcAft>
                <a:spcPts val="0"/>
              </a:spcAft>
              <a:buSzPts val="1100"/>
              <a:buFont typeface="Arial"/>
              <a:buChar char="●"/>
            </a:pPr>
            <a:r>
              <a:rPr lang="en" sz="1200">
                <a:latin typeface="Georgia"/>
                <a:ea typeface="Georgia"/>
                <a:cs typeface="Georgia"/>
                <a:sym typeface="Georgia"/>
              </a:rPr>
              <a:t>Some misunderstandings despite regular communication</a:t>
            </a:r>
            <a:endParaRPr sz="1200">
              <a:latin typeface="Georgia"/>
              <a:ea typeface="Georgia"/>
              <a:cs typeface="Georgia"/>
              <a:sym typeface="Georgia"/>
            </a:endParaRPr>
          </a:p>
          <a:p>
            <a:pPr indent="-298450" lvl="0" marL="457200" rtl="0" algn="l">
              <a:lnSpc>
                <a:spcPct val="100000"/>
              </a:lnSpc>
              <a:spcBef>
                <a:spcPts val="0"/>
              </a:spcBef>
              <a:spcAft>
                <a:spcPts val="0"/>
              </a:spcAft>
              <a:buSzPts val="1100"/>
              <a:buFont typeface="Arial"/>
              <a:buChar char="●"/>
            </a:pPr>
            <a:r>
              <a:rPr lang="en" sz="1200">
                <a:latin typeface="Georgia"/>
                <a:ea typeface="Georgia"/>
                <a:cs typeface="Georgia"/>
                <a:sym typeface="Georgia"/>
              </a:rPr>
              <a:t>Different approaches to handling encountered errors</a:t>
            </a:r>
            <a:endParaRPr sz="1200">
              <a:latin typeface="Georgia"/>
              <a:ea typeface="Georgia"/>
              <a:cs typeface="Georgia"/>
              <a:sym typeface="Georgia"/>
            </a:endParaRPr>
          </a:p>
          <a:p>
            <a:pPr indent="-304800" lvl="0" marL="457200" rtl="0" algn="l">
              <a:lnSpc>
                <a:spcPct val="115000"/>
              </a:lnSpc>
              <a:spcBef>
                <a:spcPts val="0"/>
              </a:spcBef>
              <a:spcAft>
                <a:spcPts val="0"/>
              </a:spcAft>
              <a:buSzPts val="1200"/>
              <a:buFont typeface="Georgia"/>
              <a:buChar char="●"/>
            </a:pPr>
            <a:r>
              <a:rPr lang="en" sz="1200">
                <a:latin typeface="Georgia"/>
                <a:ea typeface="Georgia"/>
                <a:cs typeface="Georgia"/>
                <a:sym typeface="Georgia"/>
              </a:rPr>
              <a:t>Dealing with calculating time on each step</a:t>
            </a:r>
            <a:endParaRPr sz="1200">
              <a:latin typeface="Georgia"/>
              <a:ea typeface="Georgia"/>
              <a:cs typeface="Georgia"/>
              <a:sym typeface="Georgia"/>
            </a:endParaRPr>
          </a:p>
          <a:p>
            <a:pPr indent="0" lvl="0" marL="0" rtl="0" algn="l">
              <a:lnSpc>
                <a:spcPct val="115000"/>
              </a:lnSpc>
              <a:spcBef>
                <a:spcPts val="1200"/>
              </a:spcBef>
              <a:spcAft>
                <a:spcPts val="0"/>
              </a:spcAft>
              <a:buNone/>
            </a:pPr>
            <a:r>
              <a:rPr b="1" lang="en">
                <a:solidFill>
                  <a:srgbClr val="AC1C37"/>
                </a:solidFill>
                <a:latin typeface="Georgia"/>
                <a:ea typeface="Georgia"/>
                <a:cs typeface="Georgia"/>
                <a:sym typeface="Georgia"/>
              </a:rPr>
              <a:t>Outcome:</a:t>
            </a:r>
            <a:endParaRPr sz="1200">
              <a:solidFill>
                <a:srgbClr val="AC1C37"/>
              </a:solidFill>
              <a:latin typeface="Georgia"/>
              <a:ea typeface="Georgia"/>
              <a:cs typeface="Georgia"/>
              <a:sym typeface="Georgia"/>
            </a:endParaRPr>
          </a:p>
          <a:p>
            <a:pPr indent="-298450" lvl="0" marL="457200" rtl="0" algn="l">
              <a:lnSpc>
                <a:spcPct val="115000"/>
              </a:lnSpc>
              <a:spcBef>
                <a:spcPts val="0"/>
              </a:spcBef>
              <a:spcAft>
                <a:spcPts val="0"/>
              </a:spcAft>
              <a:buSzPts val="1100"/>
              <a:buFont typeface="Arial"/>
              <a:buChar char="●"/>
            </a:pPr>
            <a:r>
              <a:rPr lang="en" sz="1200">
                <a:latin typeface="Georgia"/>
                <a:ea typeface="Georgia"/>
                <a:cs typeface="Georgia"/>
                <a:sym typeface="Georgia"/>
              </a:rPr>
              <a:t>Error rate ultimately low</a:t>
            </a:r>
            <a:endParaRPr sz="1200">
              <a:latin typeface="Georgia"/>
              <a:ea typeface="Georgia"/>
              <a:cs typeface="Georgia"/>
              <a:sym typeface="Georgia"/>
            </a:endParaRPr>
          </a:p>
          <a:p>
            <a:pPr indent="-298450" lvl="0" marL="457200" rtl="0" algn="l">
              <a:lnSpc>
                <a:spcPct val="115000"/>
              </a:lnSpc>
              <a:spcBef>
                <a:spcPts val="0"/>
              </a:spcBef>
              <a:spcAft>
                <a:spcPts val="0"/>
              </a:spcAft>
              <a:buSzPts val="1100"/>
              <a:buFont typeface="Arial"/>
              <a:buChar char="●"/>
            </a:pPr>
            <a:r>
              <a:rPr lang="en" sz="1200">
                <a:latin typeface="Georgia"/>
                <a:ea typeface="Georgia"/>
                <a:cs typeface="Georgia"/>
                <a:sym typeface="Georgia"/>
              </a:rPr>
              <a:t>Required later-stage realignment</a:t>
            </a:r>
            <a:endParaRPr sz="1200">
              <a:latin typeface="Georgia"/>
              <a:ea typeface="Georgia"/>
              <a:cs typeface="Georgia"/>
              <a:sym typeface="Georgia"/>
            </a:endParaRPr>
          </a:p>
          <a:p>
            <a:pPr indent="-298450" lvl="0" marL="457200" rtl="0" algn="l">
              <a:lnSpc>
                <a:spcPct val="115000"/>
              </a:lnSpc>
              <a:spcBef>
                <a:spcPts val="0"/>
              </a:spcBef>
              <a:spcAft>
                <a:spcPts val="0"/>
              </a:spcAft>
              <a:buSzPts val="1100"/>
              <a:buFont typeface="Arial"/>
              <a:buChar char="●"/>
            </a:pPr>
            <a:r>
              <a:rPr lang="en" sz="1200">
                <a:latin typeface="Georgia"/>
                <a:ea typeface="Georgia"/>
                <a:cs typeface="Georgia"/>
                <a:sym typeface="Georgia"/>
              </a:rPr>
              <a:t>Provided useful insights into process and collaboration</a:t>
            </a:r>
            <a:endParaRPr sz="1200">
              <a:latin typeface="Georgia"/>
              <a:ea typeface="Georgia"/>
              <a:cs typeface="Georgia"/>
              <a:sym typeface="Georgia"/>
            </a:endParaRPr>
          </a:p>
          <a:p>
            <a:pPr indent="0" lvl="0" marL="0" rtl="0" algn="l">
              <a:spcBef>
                <a:spcPts val="1200"/>
              </a:spcBef>
              <a:spcAft>
                <a:spcPts val="0"/>
              </a:spcAft>
              <a:buNone/>
            </a:pPr>
            <a:r>
              <a:t/>
            </a:r>
            <a:endParaRPr sz="1200">
              <a:latin typeface="Georgia"/>
              <a:ea typeface="Georgia"/>
              <a:cs typeface="Georgia"/>
              <a:sym typeface="Georgia"/>
            </a:endParaRPr>
          </a:p>
        </p:txBody>
      </p:sp>
      <p:sp>
        <p:nvSpPr>
          <p:cNvPr id="749" name="Google Shape;749;p103"/>
          <p:cNvSpPr txBox="1"/>
          <p:nvPr/>
        </p:nvSpPr>
        <p:spPr>
          <a:xfrm>
            <a:off x="3388850" y="971925"/>
            <a:ext cx="4954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chemeClr val="lt1"/>
              </a:solidFill>
              <a:latin typeface="Lexend"/>
              <a:ea typeface="Lexend"/>
              <a:cs typeface="Lexend"/>
              <a:sym typeface="Lexend"/>
            </a:endParaRPr>
          </a:p>
        </p:txBody>
      </p:sp>
      <p:cxnSp>
        <p:nvCxnSpPr>
          <p:cNvPr id="750" name="Google Shape;750;p103"/>
          <p:cNvCxnSpPr/>
          <p:nvPr/>
        </p:nvCxnSpPr>
        <p:spPr>
          <a:xfrm>
            <a:off x="786384" y="1207008"/>
            <a:ext cx="6508500" cy="0"/>
          </a:xfrm>
          <a:prstGeom prst="straightConnector1">
            <a:avLst/>
          </a:prstGeom>
          <a:noFill/>
          <a:ln cap="flat" cmpd="sng" w="19050">
            <a:solidFill>
              <a:schemeClr val="accent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754" name="Shape 754"/>
        <p:cNvGrpSpPr/>
        <p:nvPr/>
      </p:nvGrpSpPr>
      <p:grpSpPr>
        <a:xfrm>
          <a:off x="0" y="0"/>
          <a:ext cx="0" cy="0"/>
          <a:chOff x="0" y="0"/>
          <a:chExt cx="0" cy="0"/>
        </a:xfrm>
      </p:grpSpPr>
      <p:sp>
        <p:nvSpPr>
          <p:cNvPr id="755" name="Google Shape;755;p104"/>
          <p:cNvSpPr txBox="1"/>
          <p:nvPr>
            <p:ph type="title"/>
          </p:nvPr>
        </p:nvSpPr>
        <p:spPr>
          <a:xfrm>
            <a:off x="676656" y="292608"/>
            <a:ext cx="7311600" cy="80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1C37"/>
                </a:solidFill>
                <a:latin typeface="Georgia"/>
                <a:ea typeface="Georgia"/>
                <a:cs typeface="Georgia"/>
                <a:sym typeface="Georgia"/>
              </a:rPr>
              <a:t>Time spent on each step </a:t>
            </a:r>
            <a:endParaRPr>
              <a:solidFill>
                <a:srgbClr val="AC1C37"/>
              </a:solidFill>
              <a:latin typeface="Georgia"/>
              <a:ea typeface="Georgia"/>
              <a:cs typeface="Georgia"/>
              <a:sym typeface="Georgia"/>
            </a:endParaRPr>
          </a:p>
        </p:txBody>
      </p:sp>
      <p:sp>
        <p:nvSpPr>
          <p:cNvPr id="756" name="Google Shape;756;p104"/>
          <p:cNvSpPr txBox="1"/>
          <p:nvPr>
            <p:ph idx="5" type="body"/>
          </p:nvPr>
        </p:nvSpPr>
        <p:spPr>
          <a:xfrm>
            <a:off x="4156200" y="1207000"/>
            <a:ext cx="4464900" cy="194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800">
                <a:latin typeface="Georgia"/>
                <a:ea typeface="Georgia"/>
                <a:cs typeface="Georgia"/>
                <a:sym typeface="Georgia"/>
              </a:rPr>
              <a:t>Way to proceed: </a:t>
            </a:r>
            <a:endParaRPr sz="1800">
              <a:latin typeface="Georgia"/>
              <a:ea typeface="Georgia"/>
              <a:cs typeface="Georgia"/>
              <a:sym typeface="Georgia"/>
            </a:endParaRPr>
          </a:p>
          <a:p>
            <a:pPr indent="0" lvl="0" marL="0" rtl="0" algn="l">
              <a:spcBef>
                <a:spcPts val="0"/>
              </a:spcBef>
              <a:spcAft>
                <a:spcPts val="0"/>
              </a:spcAft>
              <a:buNone/>
            </a:pPr>
            <a:r>
              <a:t/>
            </a:r>
            <a:endParaRPr sz="1800">
              <a:latin typeface="Georgia"/>
              <a:ea typeface="Georgia"/>
              <a:cs typeface="Georgia"/>
              <a:sym typeface="Georgia"/>
            </a:endParaRPr>
          </a:p>
          <a:p>
            <a:pPr indent="-342900" lvl="0" marL="457200" rtl="0" algn="l">
              <a:spcBef>
                <a:spcPts val="0"/>
              </a:spcBef>
              <a:spcAft>
                <a:spcPts val="0"/>
              </a:spcAft>
              <a:buSzPts val="1800"/>
              <a:buFont typeface="Georgia"/>
              <a:buChar char="●"/>
            </a:pPr>
            <a:r>
              <a:rPr lang="en" sz="1800">
                <a:latin typeface="Georgia"/>
                <a:ea typeface="Georgia"/>
                <a:cs typeface="Georgia"/>
                <a:sym typeface="Georgia"/>
              </a:rPr>
              <a:t>Selecting</a:t>
            </a:r>
            <a:r>
              <a:rPr lang="en" sz="1800">
                <a:latin typeface="Georgia"/>
                <a:ea typeface="Georgia"/>
                <a:cs typeface="Georgia"/>
                <a:sym typeface="Georgia"/>
              </a:rPr>
              <a:t> the sample: “normal” process</a:t>
            </a:r>
            <a:endParaRPr sz="1800">
              <a:latin typeface="Georgia"/>
              <a:ea typeface="Georgia"/>
              <a:cs typeface="Georgia"/>
              <a:sym typeface="Georgia"/>
            </a:endParaRPr>
          </a:p>
          <a:p>
            <a:pPr indent="0" lvl="0" marL="457200" rtl="0" algn="l">
              <a:spcBef>
                <a:spcPts val="0"/>
              </a:spcBef>
              <a:spcAft>
                <a:spcPts val="0"/>
              </a:spcAft>
              <a:buNone/>
            </a:pPr>
            <a:r>
              <a:t/>
            </a:r>
            <a:endParaRPr sz="1800">
              <a:latin typeface="Georgia"/>
              <a:ea typeface="Georgia"/>
              <a:cs typeface="Georgia"/>
              <a:sym typeface="Georgia"/>
            </a:endParaRPr>
          </a:p>
          <a:p>
            <a:pPr indent="-342900" lvl="0" marL="457200" rtl="0" algn="l">
              <a:spcBef>
                <a:spcPts val="0"/>
              </a:spcBef>
              <a:spcAft>
                <a:spcPts val="0"/>
              </a:spcAft>
              <a:buSzPts val="1800"/>
              <a:buFont typeface="Georgia"/>
              <a:buChar char="●"/>
            </a:pPr>
            <a:r>
              <a:rPr lang="en" sz="1800">
                <a:latin typeface="Georgia"/>
                <a:ea typeface="Georgia"/>
                <a:cs typeface="Georgia"/>
                <a:sym typeface="Georgia"/>
              </a:rPr>
              <a:t>Mean vs Median (outliers)</a:t>
            </a:r>
            <a:endParaRPr sz="1800">
              <a:latin typeface="Georgia"/>
              <a:ea typeface="Georgia"/>
              <a:cs typeface="Georgia"/>
              <a:sym typeface="Georgia"/>
            </a:endParaRPr>
          </a:p>
          <a:p>
            <a:pPr indent="0" lvl="0" marL="457200" rtl="0" algn="l">
              <a:spcBef>
                <a:spcPts val="0"/>
              </a:spcBef>
              <a:spcAft>
                <a:spcPts val="0"/>
              </a:spcAft>
              <a:buNone/>
            </a:pPr>
            <a:r>
              <a:t/>
            </a:r>
            <a:endParaRPr>
              <a:latin typeface="Georgia"/>
              <a:ea typeface="Georgia"/>
              <a:cs typeface="Georgia"/>
              <a:sym typeface="Georgia"/>
            </a:endParaRPr>
          </a:p>
        </p:txBody>
      </p:sp>
      <p:pic>
        <p:nvPicPr>
          <p:cNvPr id="757" name="Google Shape;757;p104"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pic>
        <p:nvPicPr>
          <p:cNvPr id="758" name="Google Shape;758;p104"/>
          <p:cNvPicPr preferRelativeResize="0"/>
          <p:nvPr/>
        </p:nvPicPr>
        <p:blipFill>
          <a:blip r:embed="rId4">
            <a:alphaModFix/>
          </a:blip>
          <a:stretch>
            <a:fillRect/>
          </a:stretch>
        </p:blipFill>
        <p:spPr>
          <a:xfrm>
            <a:off x="4389325" y="3056450"/>
            <a:ext cx="3366225" cy="1885075"/>
          </a:xfrm>
          <a:prstGeom prst="rect">
            <a:avLst/>
          </a:prstGeom>
          <a:noFill/>
          <a:ln>
            <a:noFill/>
          </a:ln>
        </p:spPr>
      </p:pic>
      <p:sp>
        <p:nvSpPr>
          <p:cNvPr id="759" name="Google Shape;759;p104"/>
          <p:cNvSpPr txBox="1"/>
          <p:nvPr/>
        </p:nvSpPr>
        <p:spPr>
          <a:xfrm>
            <a:off x="591312" y="1571057"/>
            <a:ext cx="3000000" cy="184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rgbClr val="AC1C37"/>
                </a:solidFill>
                <a:latin typeface="Georgia"/>
                <a:ea typeface="Georgia"/>
                <a:cs typeface="Georgia"/>
                <a:sym typeface="Georgia"/>
              </a:rPr>
              <a:t>Control </a:t>
            </a:r>
            <a:endParaRPr sz="3600">
              <a:solidFill>
                <a:srgbClr val="AC1C37"/>
              </a:solidFill>
              <a:latin typeface="Georgia"/>
              <a:ea typeface="Georgia"/>
              <a:cs typeface="Georgia"/>
              <a:sym typeface="Georgia"/>
            </a:endParaRPr>
          </a:p>
          <a:p>
            <a:pPr indent="0" lvl="0" marL="0" rtl="0" algn="ctr">
              <a:spcBef>
                <a:spcPts val="0"/>
              </a:spcBef>
              <a:spcAft>
                <a:spcPts val="0"/>
              </a:spcAft>
              <a:buNone/>
            </a:pPr>
            <a:r>
              <a:rPr lang="en" sz="3600">
                <a:solidFill>
                  <a:srgbClr val="AC1C37"/>
                </a:solidFill>
                <a:latin typeface="Georgia"/>
                <a:ea typeface="Georgia"/>
                <a:cs typeface="Georgia"/>
                <a:sym typeface="Georgia"/>
              </a:rPr>
              <a:t>vs </a:t>
            </a:r>
            <a:endParaRPr sz="3600">
              <a:solidFill>
                <a:srgbClr val="AC1C37"/>
              </a:solidFill>
              <a:latin typeface="Georgia"/>
              <a:ea typeface="Georgia"/>
              <a:cs typeface="Georgia"/>
              <a:sym typeface="Georgia"/>
            </a:endParaRPr>
          </a:p>
          <a:p>
            <a:pPr indent="0" lvl="0" marL="0" rtl="0" algn="ctr">
              <a:spcBef>
                <a:spcPts val="0"/>
              </a:spcBef>
              <a:spcAft>
                <a:spcPts val="0"/>
              </a:spcAft>
              <a:buNone/>
            </a:pPr>
            <a:r>
              <a:rPr lang="en" sz="3600">
                <a:solidFill>
                  <a:srgbClr val="AC1C37"/>
                </a:solidFill>
                <a:latin typeface="Georgia"/>
                <a:ea typeface="Georgia"/>
                <a:cs typeface="Georgia"/>
                <a:sym typeface="Georgia"/>
              </a:rPr>
              <a:t>Test</a:t>
            </a:r>
            <a:endParaRPr sz="200"/>
          </a:p>
        </p:txBody>
      </p:sp>
      <p:cxnSp>
        <p:nvCxnSpPr>
          <p:cNvPr id="760" name="Google Shape;760;p104"/>
          <p:cNvCxnSpPr/>
          <p:nvPr/>
        </p:nvCxnSpPr>
        <p:spPr>
          <a:xfrm>
            <a:off x="784200" y="1207008"/>
            <a:ext cx="6508500" cy="0"/>
          </a:xfrm>
          <a:prstGeom prst="straightConnector1">
            <a:avLst/>
          </a:prstGeom>
          <a:noFill/>
          <a:ln cap="flat" cmpd="sng" w="19050">
            <a:solidFill>
              <a:schemeClr val="accent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764" name="Shape 764"/>
        <p:cNvGrpSpPr/>
        <p:nvPr/>
      </p:nvGrpSpPr>
      <p:grpSpPr>
        <a:xfrm>
          <a:off x="0" y="0"/>
          <a:ext cx="0" cy="0"/>
          <a:chOff x="0" y="0"/>
          <a:chExt cx="0" cy="0"/>
        </a:xfrm>
      </p:grpSpPr>
      <p:sp>
        <p:nvSpPr>
          <p:cNvPr id="765" name="Google Shape;765;p105"/>
          <p:cNvSpPr txBox="1"/>
          <p:nvPr>
            <p:ph type="title"/>
          </p:nvPr>
        </p:nvSpPr>
        <p:spPr>
          <a:xfrm>
            <a:off x="676656" y="292608"/>
            <a:ext cx="6914100" cy="8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1C37"/>
                </a:solidFill>
                <a:latin typeface="Georgia"/>
                <a:ea typeface="Georgia"/>
                <a:cs typeface="Georgia"/>
                <a:sym typeface="Georgia"/>
              </a:rPr>
              <a:t>Median vs Mean</a:t>
            </a:r>
            <a:endParaRPr>
              <a:solidFill>
                <a:srgbClr val="AC1C37"/>
              </a:solidFill>
              <a:latin typeface="Georgia"/>
              <a:ea typeface="Georgia"/>
              <a:cs typeface="Georgia"/>
              <a:sym typeface="Georgia"/>
            </a:endParaRPr>
          </a:p>
        </p:txBody>
      </p:sp>
      <p:pic>
        <p:nvPicPr>
          <p:cNvPr id="766" name="Google Shape;766;p105"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pic>
        <p:nvPicPr>
          <p:cNvPr id="767" name="Google Shape;767;p105"/>
          <p:cNvPicPr preferRelativeResize="0"/>
          <p:nvPr/>
        </p:nvPicPr>
        <p:blipFill>
          <a:blip r:embed="rId4">
            <a:alphaModFix/>
          </a:blip>
          <a:stretch>
            <a:fillRect/>
          </a:stretch>
        </p:blipFill>
        <p:spPr>
          <a:xfrm>
            <a:off x="152400" y="1444275"/>
            <a:ext cx="5512221" cy="3546825"/>
          </a:xfrm>
          <a:prstGeom prst="rect">
            <a:avLst/>
          </a:prstGeom>
          <a:noFill/>
          <a:ln>
            <a:noFill/>
          </a:ln>
        </p:spPr>
      </p:pic>
      <p:sp>
        <p:nvSpPr>
          <p:cNvPr id="768" name="Google Shape;768;p105"/>
          <p:cNvSpPr txBox="1"/>
          <p:nvPr>
            <p:ph idx="5" type="body"/>
          </p:nvPr>
        </p:nvSpPr>
        <p:spPr>
          <a:xfrm>
            <a:off x="5664625" y="1764125"/>
            <a:ext cx="3152100" cy="679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Font typeface="Georgia"/>
              <a:buChar char="●"/>
            </a:pPr>
            <a:r>
              <a:rPr lang="en">
                <a:latin typeface="Georgia"/>
                <a:ea typeface="Georgia"/>
                <a:cs typeface="Georgia"/>
                <a:sym typeface="Georgia"/>
              </a:rPr>
              <a:t>Cleaning the mean </a:t>
            </a:r>
            <a:endParaRPr>
              <a:latin typeface="Georgia"/>
              <a:ea typeface="Georgia"/>
              <a:cs typeface="Georgia"/>
              <a:sym typeface="Georgia"/>
            </a:endParaRPr>
          </a:p>
          <a:p>
            <a:pPr indent="0" lvl="0" marL="457200" rtl="0" algn="l">
              <a:spcBef>
                <a:spcPts val="0"/>
              </a:spcBef>
              <a:spcAft>
                <a:spcPts val="0"/>
              </a:spcAft>
              <a:buNone/>
            </a:pPr>
            <a:r>
              <a:t/>
            </a:r>
            <a:endParaRPr>
              <a:latin typeface="Georgia"/>
              <a:ea typeface="Georgia"/>
              <a:cs typeface="Georgia"/>
              <a:sym typeface="Georgia"/>
            </a:endParaRPr>
          </a:p>
          <a:p>
            <a:pPr indent="0" lvl="0" marL="0" rtl="0" algn="l">
              <a:spcBef>
                <a:spcPts val="0"/>
              </a:spcBef>
              <a:spcAft>
                <a:spcPts val="0"/>
              </a:spcAft>
              <a:buNone/>
            </a:pPr>
            <a:r>
              <a:t/>
            </a:r>
            <a:endParaRPr/>
          </a:p>
        </p:txBody>
      </p:sp>
      <p:pic>
        <p:nvPicPr>
          <p:cNvPr id="769" name="Google Shape;769;p105"/>
          <p:cNvPicPr preferRelativeResize="0"/>
          <p:nvPr/>
        </p:nvPicPr>
        <p:blipFill>
          <a:blip r:embed="rId5">
            <a:alphaModFix/>
          </a:blip>
          <a:stretch>
            <a:fillRect/>
          </a:stretch>
        </p:blipFill>
        <p:spPr>
          <a:xfrm>
            <a:off x="5889375" y="2552138"/>
            <a:ext cx="2872400" cy="1331100"/>
          </a:xfrm>
          <a:prstGeom prst="rect">
            <a:avLst/>
          </a:prstGeom>
          <a:noFill/>
          <a:ln>
            <a:noFill/>
          </a:ln>
        </p:spPr>
      </p:pic>
      <p:cxnSp>
        <p:nvCxnSpPr>
          <p:cNvPr id="770" name="Google Shape;770;p105"/>
          <p:cNvCxnSpPr/>
          <p:nvPr/>
        </p:nvCxnSpPr>
        <p:spPr>
          <a:xfrm>
            <a:off x="784200" y="1207008"/>
            <a:ext cx="6508500" cy="0"/>
          </a:xfrm>
          <a:prstGeom prst="straightConnector1">
            <a:avLst/>
          </a:prstGeom>
          <a:noFill/>
          <a:ln cap="flat" cmpd="sng" w="19050">
            <a:solidFill>
              <a:schemeClr val="accent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774" name="Shape 774"/>
        <p:cNvGrpSpPr/>
        <p:nvPr/>
      </p:nvGrpSpPr>
      <p:grpSpPr>
        <a:xfrm>
          <a:off x="0" y="0"/>
          <a:ext cx="0" cy="0"/>
          <a:chOff x="0" y="0"/>
          <a:chExt cx="0" cy="0"/>
        </a:xfrm>
      </p:grpSpPr>
      <p:sp>
        <p:nvSpPr>
          <p:cNvPr id="775" name="Google Shape;775;p106"/>
          <p:cNvSpPr txBox="1"/>
          <p:nvPr>
            <p:ph type="title"/>
          </p:nvPr>
        </p:nvSpPr>
        <p:spPr>
          <a:xfrm>
            <a:off x="676656" y="292608"/>
            <a:ext cx="6914100" cy="8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1C37"/>
                </a:solidFill>
                <a:latin typeface="Georgia"/>
                <a:ea typeface="Georgia"/>
                <a:cs typeface="Georgia"/>
                <a:sym typeface="Georgia"/>
              </a:rPr>
              <a:t>Median vs Mean</a:t>
            </a:r>
            <a:endParaRPr>
              <a:solidFill>
                <a:srgbClr val="AC1C37"/>
              </a:solidFill>
              <a:latin typeface="Georgia"/>
              <a:ea typeface="Georgia"/>
              <a:cs typeface="Georgia"/>
              <a:sym typeface="Georgia"/>
            </a:endParaRPr>
          </a:p>
        </p:txBody>
      </p:sp>
      <p:pic>
        <p:nvPicPr>
          <p:cNvPr id="776" name="Google Shape;776;p106"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pic>
        <p:nvPicPr>
          <p:cNvPr id="777" name="Google Shape;777;p106"/>
          <p:cNvPicPr preferRelativeResize="0"/>
          <p:nvPr/>
        </p:nvPicPr>
        <p:blipFill>
          <a:blip r:embed="rId4">
            <a:alphaModFix/>
          </a:blip>
          <a:stretch>
            <a:fillRect/>
          </a:stretch>
        </p:blipFill>
        <p:spPr>
          <a:xfrm>
            <a:off x="5836800" y="3244250"/>
            <a:ext cx="3197801" cy="1584099"/>
          </a:xfrm>
          <a:prstGeom prst="rect">
            <a:avLst/>
          </a:prstGeom>
          <a:noFill/>
          <a:ln>
            <a:noFill/>
          </a:ln>
        </p:spPr>
      </p:pic>
      <p:pic>
        <p:nvPicPr>
          <p:cNvPr id="778" name="Google Shape;778;p106"/>
          <p:cNvPicPr preferRelativeResize="0"/>
          <p:nvPr/>
        </p:nvPicPr>
        <p:blipFill>
          <a:blip r:embed="rId5">
            <a:alphaModFix/>
          </a:blip>
          <a:stretch>
            <a:fillRect/>
          </a:stretch>
        </p:blipFill>
        <p:spPr>
          <a:xfrm>
            <a:off x="59188" y="1343750"/>
            <a:ext cx="5777624" cy="2937125"/>
          </a:xfrm>
          <a:prstGeom prst="rect">
            <a:avLst/>
          </a:prstGeom>
          <a:noFill/>
          <a:ln>
            <a:noFill/>
          </a:ln>
        </p:spPr>
      </p:pic>
      <p:pic>
        <p:nvPicPr>
          <p:cNvPr id="779" name="Google Shape;779;p106"/>
          <p:cNvPicPr preferRelativeResize="0"/>
          <p:nvPr/>
        </p:nvPicPr>
        <p:blipFill>
          <a:blip r:embed="rId6">
            <a:alphaModFix/>
          </a:blip>
          <a:stretch>
            <a:fillRect/>
          </a:stretch>
        </p:blipFill>
        <p:spPr>
          <a:xfrm>
            <a:off x="5958476" y="1653563"/>
            <a:ext cx="2954448" cy="1049800"/>
          </a:xfrm>
          <a:prstGeom prst="rect">
            <a:avLst/>
          </a:prstGeom>
          <a:noFill/>
          <a:ln>
            <a:noFill/>
          </a:ln>
        </p:spPr>
      </p:pic>
      <p:cxnSp>
        <p:nvCxnSpPr>
          <p:cNvPr id="780" name="Google Shape;780;p106"/>
          <p:cNvCxnSpPr/>
          <p:nvPr/>
        </p:nvCxnSpPr>
        <p:spPr>
          <a:xfrm>
            <a:off x="784200" y="1207008"/>
            <a:ext cx="6508500" cy="0"/>
          </a:xfrm>
          <a:prstGeom prst="straightConnector1">
            <a:avLst/>
          </a:prstGeom>
          <a:noFill/>
          <a:ln cap="flat" cmpd="sng" w="19050">
            <a:solidFill>
              <a:schemeClr val="accent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84" name="Shape 784"/>
        <p:cNvGrpSpPr/>
        <p:nvPr/>
      </p:nvGrpSpPr>
      <p:grpSpPr>
        <a:xfrm>
          <a:off x="0" y="0"/>
          <a:ext cx="0" cy="0"/>
          <a:chOff x="0" y="0"/>
          <a:chExt cx="0" cy="0"/>
        </a:xfrm>
      </p:grpSpPr>
      <p:sp>
        <p:nvSpPr>
          <p:cNvPr id="785" name="Google Shape;785;p107"/>
          <p:cNvSpPr txBox="1"/>
          <p:nvPr>
            <p:ph type="title"/>
          </p:nvPr>
        </p:nvSpPr>
        <p:spPr>
          <a:xfrm>
            <a:off x="676656" y="292608"/>
            <a:ext cx="7037100" cy="8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1C37"/>
                </a:solidFill>
                <a:latin typeface="Georgia"/>
                <a:ea typeface="Georgia"/>
                <a:cs typeface="Georgia"/>
                <a:sym typeface="Georgia"/>
              </a:rPr>
              <a:t>Experiment evaluation</a:t>
            </a:r>
            <a:endParaRPr>
              <a:solidFill>
                <a:srgbClr val="AC1C37"/>
              </a:solidFill>
              <a:latin typeface="Georgia"/>
              <a:ea typeface="Georgia"/>
              <a:cs typeface="Georgia"/>
              <a:sym typeface="Georgia"/>
            </a:endParaRPr>
          </a:p>
        </p:txBody>
      </p:sp>
      <p:sp>
        <p:nvSpPr>
          <p:cNvPr id="786" name="Google Shape;786;p107"/>
          <p:cNvSpPr txBox="1"/>
          <p:nvPr>
            <p:ph idx="2" type="body"/>
          </p:nvPr>
        </p:nvSpPr>
        <p:spPr>
          <a:xfrm>
            <a:off x="6708650" y="1316500"/>
            <a:ext cx="2477400" cy="307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latin typeface="Georgia"/>
                <a:ea typeface="Georgia"/>
                <a:cs typeface="Georgia"/>
                <a:sym typeface="Georgia"/>
              </a:rPr>
              <a:t>The t-test is used for numerical variables to compare mean values between groups.</a:t>
            </a:r>
            <a:endParaRPr sz="1400">
              <a:latin typeface="Georgia"/>
              <a:ea typeface="Georgia"/>
              <a:cs typeface="Georgia"/>
              <a:sym typeface="Georgia"/>
            </a:endParaRPr>
          </a:p>
          <a:p>
            <a:pPr indent="0" lvl="0" marL="0" rtl="0" algn="l">
              <a:spcBef>
                <a:spcPts val="0"/>
              </a:spcBef>
              <a:spcAft>
                <a:spcPts val="0"/>
              </a:spcAft>
              <a:buNone/>
            </a:pPr>
            <a:r>
              <a:t/>
            </a:r>
            <a:endParaRPr sz="1400">
              <a:latin typeface="Georgia"/>
              <a:ea typeface="Georgia"/>
              <a:cs typeface="Georgia"/>
              <a:sym typeface="Georgia"/>
            </a:endParaRPr>
          </a:p>
          <a:p>
            <a:pPr indent="0" lvl="0" marL="0" rtl="0" algn="l">
              <a:spcBef>
                <a:spcPts val="0"/>
              </a:spcBef>
              <a:spcAft>
                <a:spcPts val="0"/>
              </a:spcAft>
              <a:buNone/>
            </a:pPr>
            <a:r>
              <a:rPr lang="en" sz="1400">
                <a:latin typeface="Georgia"/>
                <a:ea typeface="Georgia"/>
                <a:cs typeface="Georgia"/>
                <a:sym typeface="Georgia"/>
              </a:rPr>
              <a:t>Behavioral metrics such as logons and calls show statistically significant differences (p &lt; 0.05).</a:t>
            </a:r>
            <a:endParaRPr sz="1400">
              <a:latin typeface="Georgia"/>
              <a:ea typeface="Georgia"/>
              <a:cs typeface="Georgia"/>
              <a:sym typeface="Georgia"/>
            </a:endParaRPr>
          </a:p>
          <a:p>
            <a:pPr indent="0" lvl="0" marL="0" rtl="0" algn="l">
              <a:spcBef>
                <a:spcPts val="0"/>
              </a:spcBef>
              <a:spcAft>
                <a:spcPts val="0"/>
              </a:spcAft>
              <a:buNone/>
            </a:pPr>
            <a:r>
              <a:t/>
            </a:r>
            <a:endParaRPr sz="1400">
              <a:latin typeface="Georgia"/>
              <a:ea typeface="Georgia"/>
              <a:cs typeface="Georgia"/>
              <a:sym typeface="Georgia"/>
            </a:endParaRPr>
          </a:p>
          <a:p>
            <a:pPr indent="0" lvl="0" marL="0" rtl="0" algn="l">
              <a:spcBef>
                <a:spcPts val="0"/>
              </a:spcBef>
              <a:spcAft>
                <a:spcPts val="0"/>
              </a:spcAft>
              <a:buNone/>
            </a:pPr>
            <a:r>
              <a:rPr lang="en" sz="1400">
                <a:latin typeface="Georgia"/>
                <a:ea typeface="Georgia"/>
                <a:cs typeface="Georgia"/>
                <a:sym typeface="Georgia"/>
              </a:rPr>
              <a:t>The experiment groups are partially imbalanced, particularly in user behavior, which may bias the results.</a:t>
            </a:r>
            <a:endParaRPr sz="1400">
              <a:latin typeface="Georgia"/>
              <a:ea typeface="Georgia"/>
              <a:cs typeface="Georgia"/>
              <a:sym typeface="Georgia"/>
            </a:endParaRPr>
          </a:p>
        </p:txBody>
      </p:sp>
      <p:sp>
        <p:nvSpPr>
          <p:cNvPr id="787" name="Google Shape;787;p107"/>
          <p:cNvSpPr/>
          <p:nvPr>
            <p:ph idx="6" type="pic"/>
          </p:nvPr>
        </p:nvSpPr>
        <p:spPr>
          <a:xfrm>
            <a:off x="3444503" y="1501476"/>
            <a:ext cx="378600" cy="378600"/>
          </a:xfrm>
          <a:prstGeom prst="ellipse">
            <a:avLst/>
          </a:prstGeom>
        </p:spPr>
      </p:sp>
      <p:sp>
        <p:nvSpPr>
          <p:cNvPr id="788" name="Google Shape;788;p107"/>
          <p:cNvSpPr/>
          <p:nvPr>
            <p:ph idx="7" type="pic"/>
          </p:nvPr>
        </p:nvSpPr>
        <p:spPr>
          <a:xfrm>
            <a:off x="3444503" y="2225251"/>
            <a:ext cx="378600" cy="378600"/>
          </a:xfrm>
          <a:prstGeom prst="ellipse">
            <a:avLst/>
          </a:prstGeom>
        </p:spPr>
      </p:sp>
      <p:sp>
        <p:nvSpPr>
          <p:cNvPr id="789" name="Google Shape;789;p107"/>
          <p:cNvSpPr/>
          <p:nvPr>
            <p:ph idx="8" type="pic"/>
          </p:nvPr>
        </p:nvSpPr>
        <p:spPr>
          <a:xfrm>
            <a:off x="3444503" y="2946251"/>
            <a:ext cx="378600" cy="378600"/>
          </a:xfrm>
          <a:prstGeom prst="ellipse">
            <a:avLst/>
          </a:prstGeom>
        </p:spPr>
      </p:sp>
      <p:sp>
        <p:nvSpPr>
          <p:cNvPr id="790" name="Google Shape;790;p107"/>
          <p:cNvSpPr/>
          <p:nvPr>
            <p:ph idx="9" type="pic"/>
          </p:nvPr>
        </p:nvSpPr>
        <p:spPr>
          <a:xfrm>
            <a:off x="3444503" y="3667251"/>
            <a:ext cx="378600" cy="378600"/>
          </a:xfrm>
          <a:prstGeom prst="ellipse">
            <a:avLst/>
          </a:prstGeom>
        </p:spPr>
      </p:sp>
      <p:pic>
        <p:nvPicPr>
          <p:cNvPr id="791" name="Google Shape;791;p107"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cxnSp>
        <p:nvCxnSpPr>
          <p:cNvPr id="792" name="Google Shape;792;p107"/>
          <p:cNvCxnSpPr/>
          <p:nvPr/>
        </p:nvCxnSpPr>
        <p:spPr>
          <a:xfrm>
            <a:off x="784209" y="1207008"/>
            <a:ext cx="6508500" cy="0"/>
          </a:xfrm>
          <a:prstGeom prst="straightConnector1">
            <a:avLst/>
          </a:prstGeom>
          <a:noFill/>
          <a:ln cap="flat" cmpd="sng" w="19050">
            <a:solidFill>
              <a:schemeClr val="accent2"/>
            </a:solidFill>
            <a:prstDash val="solid"/>
            <a:round/>
            <a:headEnd len="med" w="med" type="none"/>
            <a:tailEnd len="med" w="med" type="none"/>
          </a:ln>
        </p:spPr>
      </p:cxnSp>
      <p:pic>
        <p:nvPicPr>
          <p:cNvPr id="793" name="Google Shape;793;p107"/>
          <p:cNvPicPr preferRelativeResize="0"/>
          <p:nvPr/>
        </p:nvPicPr>
        <p:blipFill>
          <a:blip r:embed="rId4">
            <a:alphaModFix/>
          </a:blip>
          <a:stretch>
            <a:fillRect/>
          </a:stretch>
        </p:blipFill>
        <p:spPr>
          <a:xfrm>
            <a:off x="109924" y="1374200"/>
            <a:ext cx="6598723" cy="29675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08"/>
          <p:cNvSpPr txBox="1"/>
          <p:nvPr>
            <p:ph type="title"/>
          </p:nvPr>
        </p:nvSpPr>
        <p:spPr>
          <a:xfrm>
            <a:off x="676656" y="292608"/>
            <a:ext cx="8298300" cy="8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solidFill>
                  <a:srgbClr val="AC1C37"/>
                </a:solidFill>
                <a:latin typeface="Georgia"/>
                <a:ea typeface="Georgia"/>
                <a:cs typeface="Georgia"/>
                <a:sym typeface="Georgia"/>
              </a:rPr>
              <a:t>Duration assessment</a:t>
            </a:r>
            <a:endParaRPr/>
          </a:p>
        </p:txBody>
      </p:sp>
      <p:sp>
        <p:nvSpPr>
          <p:cNvPr id="799" name="Google Shape;799;p108"/>
          <p:cNvSpPr txBox="1"/>
          <p:nvPr>
            <p:ph idx="2" type="body"/>
          </p:nvPr>
        </p:nvSpPr>
        <p:spPr>
          <a:xfrm>
            <a:off x="6513450" y="1656800"/>
            <a:ext cx="2646900" cy="2600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lt1"/>
              </a:buClr>
              <a:buSzPts val="1100"/>
              <a:buFont typeface="Arial"/>
              <a:buNone/>
            </a:pPr>
            <a:r>
              <a:rPr lang="en" sz="1400">
                <a:highlight>
                  <a:srgbClr val="FFFFFF"/>
                </a:highlight>
                <a:latin typeface="Georgia"/>
                <a:ea typeface="Georgia"/>
                <a:cs typeface="Georgia"/>
                <a:sym typeface="Georgia"/>
              </a:rPr>
              <a:t>Chi-square test (per week):</a:t>
            </a:r>
            <a:endParaRPr sz="1400">
              <a:highlight>
                <a:srgbClr val="FFFFFF"/>
              </a:highlight>
              <a:latin typeface="Georgia"/>
              <a:ea typeface="Georgia"/>
              <a:cs typeface="Georgia"/>
              <a:sym typeface="Georgia"/>
            </a:endParaRPr>
          </a:p>
          <a:p>
            <a:pPr indent="0" lvl="0" marL="0" rtl="0" algn="l">
              <a:lnSpc>
                <a:spcPct val="115000"/>
              </a:lnSpc>
              <a:spcBef>
                <a:spcPts val="1100"/>
              </a:spcBef>
              <a:spcAft>
                <a:spcPts val="0"/>
              </a:spcAft>
              <a:buClr>
                <a:schemeClr val="lt1"/>
              </a:buClr>
              <a:buSzPts val="1100"/>
              <a:buFont typeface="Arial"/>
              <a:buNone/>
            </a:pPr>
            <a:r>
              <a:rPr lang="en" sz="1400">
                <a:highlight>
                  <a:srgbClr val="FFFFFF"/>
                </a:highlight>
                <a:latin typeface="Georgia"/>
                <a:ea typeface="Georgia"/>
                <a:cs typeface="Georgia"/>
                <a:sym typeface="Georgia"/>
              </a:rPr>
              <a:t>H₀: there is no difference between control and test completion rates</a:t>
            </a:r>
            <a:endParaRPr sz="1400">
              <a:highlight>
                <a:srgbClr val="FFFFFF"/>
              </a:highlight>
              <a:latin typeface="Georgia"/>
              <a:ea typeface="Georgia"/>
              <a:cs typeface="Georgia"/>
              <a:sym typeface="Georgia"/>
            </a:endParaRPr>
          </a:p>
          <a:p>
            <a:pPr indent="0" lvl="0" marL="0" rtl="0" algn="l">
              <a:lnSpc>
                <a:spcPct val="115000"/>
              </a:lnSpc>
              <a:spcBef>
                <a:spcPts val="1100"/>
              </a:spcBef>
              <a:spcAft>
                <a:spcPts val="0"/>
              </a:spcAft>
              <a:buClr>
                <a:schemeClr val="lt1"/>
              </a:buClr>
              <a:buSzPts val="1100"/>
              <a:buFont typeface="Arial"/>
              <a:buNone/>
            </a:pPr>
            <a:r>
              <a:rPr lang="en" sz="1400">
                <a:highlight>
                  <a:srgbClr val="FFFFFF"/>
                </a:highlight>
                <a:latin typeface="Georgia"/>
                <a:ea typeface="Georgia"/>
                <a:cs typeface="Georgia"/>
                <a:sym typeface="Georgia"/>
              </a:rPr>
              <a:t>p &lt; 0.05: statistically significant difference</a:t>
            </a:r>
            <a:endParaRPr sz="1400">
              <a:highlight>
                <a:srgbClr val="FFFFFF"/>
              </a:highlight>
              <a:latin typeface="Georgia"/>
              <a:ea typeface="Georgia"/>
              <a:cs typeface="Georgia"/>
              <a:sym typeface="Georgia"/>
            </a:endParaRPr>
          </a:p>
          <a:p>
            <a:pPr indent="0" lvl="0" marL="0" rtl="0" algn="l">
              <a:lnSpc>
                <a:spcPct val="115000"/>
              </a:lnSpc>
              <a:spcBef>
                <a:spcPts val="1100"/>
              </a:spcBef>
              <a:spcAft>
                <a:spcPts val="0"/>
              </a:spcAft>
              <a:buClr>
                <a:schemeClr val="lt1"/>
              </a:buClr>
              <a:buSzPts val="1100"/>
              <a:buFont typeface="Arial"/>
              <a:buNone/>
            </a:pPr>
            <a:r>
              <a:rPr lang="en" sz="1400">
                <a:highlight>
                  <a:srgbClr val="FFFFFF"/>
                </a:highlight>
                <a:latin typeface="Georgia"/>
                <a:ea typeface="Georgia"/>
                <a:cs typeface="Georgia"/>
                <a:sym typeface="Georgia"/>
              </a:rPr>
              <a:t>p &gt; 0.05: no statistically significant difference</a:t>
            </a:r>
            <a:endParaRPr sz="1400">
              <a:highlight>
                <a:srgbClr val="FFFFFF"/>
              </a:highlight>
              <a:latin typeface="Georgia"/>
              <a:ea typeface="Georgia"/>
              <a:cs typeface="Georgia"/>
              <a:sym typeface="Georgia"/>
            </a:endParaRPr>
          </a:p>
          <a:p>
            <a:pPr indent="0" lvl="0" marL="0" rtl="0" algn="l">
              <a:spcBef>
                <a:spcPts val="500"/>
              </a:spcBef>
              <a:spcAft>
                <a:spcPts val="0"/>
              </a:spcAft>
              <a:buNone/>
            </a:pPr>
            <a:r>
              <a:t/>
            </a:r>
            <a:endParaRPr/>
          </a:p>
        </p:txBody>
      </p:sp>
      <p:pic>
        <p:nvPicPr>
          <p:cNvPr id="800" name="Google Shape;800;p108" title="pvalues_over_time.png"/>
          <p:cNvPicPr preferRelativeResize="0"/>
          <p:nvPr/>
        </p:nvPicPr>
        <p:blipFill>
          <a:blip r:embed="rId3">
            <a:alphaModFix/>
          </a:blip>
          <a:stretch>
            <a:fillRect/>
          </a:stretch>
        </p:blipFill>
        <p:spPr>
          <a:xfrm>
            <a:off x="218684" y="1474125"/>
            <a:ext cx="6330977" cy="3116051"/>
          </a:xfrm>
          <a:prstGeom prst="rect">
            <a:avLst/>
          </a:prstGeom>
          <a:noFill/>
          <a:ln>
            <a:noFill/>
          </a:ln>
        </p:spPr>
      </p:pic>
      <p:cxnSp>
        <p:nvCxnSpPr>
          <p:cNvPr id="801" name="Google Shape;801;p108"/>
          <p:cNvCxnSpPr/>
          <p:nvPr/>
        </p:nvCxnSpPr>
        <p:spPr>
          <a:xfrm>
            <a:off x="786384" y="1207008"/>
            <a:ext cx="6508500" cy="0"/>
          </a:xfrm>
          <a:prstGeom prst="straightConnector1">
            <a:avLst/>
          </a:prstGeom>
          <a:noFill/>
          <a:ln cap="flat" cmpd="sng" w="19050">
            <a:solidFill>
              <a:schemeClr val="accent2"/>
            </a:solidFill>
            <a:prstDash val="solid"/>
            <a:round/>
            <a:headEnd len="med" w="med" type="none"/>
            <a:tailEnd len="med" w="med" type="none"/>
          </a:ln>
        </p:spPr>
      </p:cxnSp>
      <p:pic>
        <p:nvPicPr>
          <p:cNvPr id="802" name="Google Shape;802;p108" title="Screenshot_2026-03-20_181155-removebg-preview.png"/>
          <p:cNvPicPr preferRelativeResize="0"/>
          <p:nvPr/>
        </p:nvPicPr>
        <p:blipFill>
          <a:blip r:embed="rId4">
            <a:alphaModFix/>
          </a:blip>
          <a:stretch>
            <a:fillRect/>
          </a:stretch>
        </p:blipFill>
        <p:spPr>
          <a:xfrm>
            <a:off x="7651800" y="62875"/>
            <a:ext cx="1416000" cy="104979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09"/>
          <p:cNvSpPr txBox="1"/>
          <p:nvPr>
            <p:ph type="title"/>
          </p:nvPr>
        </p:nvSpPr>
        <p:spPr>
          <a:xfrm>
            <a:off x="676656" y="292608"/>
            <a:ext cx="8355900" cy="8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1C37"/>
                </a:solidFill>
                <a:latin typeface="Georgia"/>
                <a:ea typeface="Georgia"/>
                <a:cs typeface="Georgia"/>
                <a:sym typeface="Georgia"/>
              </a:rPr>
              <a:t>Duration assessment</a:t>
            </a:r>
            <a:endParaRPr>
              <a:solidFill>
                <a:srgbClr val="000000"/>
              </a:solidFill>
              <a:latin typeface="Arial"/>
              <a:ea typeface="Arial"/>
              <a:cs typeface="Arial"/>
              <a:sym typeface="Arial"/>
            </a:endParaRPr>
          </a:p>
          <a:p>
            <a:pPr indent="0" lvl="0" marL="0" rtl="0" algn="l">
              <a:spcBef>
                <a:spcPts val="0"/>
              </a:spcBef>
              <a:spcAft>
                <a:spcPts val="0"/>
              </a:spcAft>
              <a:buNone/>
            </a:pPr>
            <a:r>
              <a:t/>
            </a:r>
            <a:endParaRPr>
              <a:latin typeface="Georgia"/>
              <a:ea typeface="Georgia"/>
              <a:cs typeface="Georgia"/>
              <a:sym typeface="Georgia"/>
            </a:endParaRPr>
          </a:p>
        </p:txBody>
      </p:sp>
      <p:pic>
        <p:nvPicPr>
          <p:cNvPr id="808" name="Google Shape;808;p109" title="effect_over_time_decay.png"/>
          <p:cNvPicPr preferRelativeResize="0"/>
          <p:nvPr/>
        </p:nvPicPr>
        <p:blipFill>
          <a:blip r:embed="rId3">
            <a:alphaModFix/>
          </a:blip>
          <a:stretch>
            <a:fillRect/>
          </a:stretch>
        </p:blipFill>
        <p:spPr>
          <a:xfrm>
            <a:off x="601650" y="1489450"/>
            <a:ext cx="4547700" cy="3379814"/>
          </a:xfrm>
          <a:prstGeom prst="rect">
            <a:avLst/>
          </a:prstGeom>
          <a:noFill/>
          <a:ln>
            <a:noFill/>
          </a:ln>
        </p:spPr>
      </p:pic>
      <p:sp>
        <p:nvSpPr>
          <p:cNvPr id="809" name="Google Shape;809;p109"/>
          <p:cNvSpPr txBox="1"/>
          <p:nvPr/>
        </p:nvSpPr>
        <p:spPr>
          <a:xfrm>
            <a:off x="5552700" y="1753119"/>
            <a:ext cx="30000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500"/>
              </a:spcAft>
              <a:buNone/>
            </a:pPr>
            <a:r>
              <a:rPr lang="en">
                <a:latin typeface="Georgia"/>
                <a:ea typeface="Georgia"/>
                <a:cs typeface="Georgia"/>
                <a:sym typeface="Georgia"/>
              </a:rPr>
              <a:t>While short-term impact exists, it is not sustained, meaning aggregate results may overestimate its long-term value.</a:t>
            </a:r>
            <a:endParaRPr>
              <a:latin typeface="Georgia"/>
              <a:ea typeface="Georgia"/>
              <a:cs typeface="Georgia"/>
              <a:sym typeface="Georgia"/>
            </a:endParaRPr>
          </a:p>
        </p:txBody>
      </p:sp>
      <p:cxnSp>
        <p:nvCxnSpPr>
          <p:cNvPr id="810" name="Google Shape;810;p109"/>
          <p:cNvCxnSpPr/>
          <p:nvPr/>
        </p:nvCxnSpPr>
        <p:spPr>
          <a:xfrm>
            <a:off x="786384" y="1207008"/>
            <a:ext cx="6508500" cy="0"/>
          </a:xfrm>
          <a:prstGeom prst="straightConnector1">
            <a:avLst/>
          </a:prstGeom>
          <a:noFill/>
          <a:ln cap="flat" cmpd="sng" w="19050">
            <a:solidFill>
              <a:schemeClr val="accent2"/>
            </a:solidFill>
            <a:prstDash val="solid"/>
            <a:round/>
            <a:headEnd len="med" w="med" type="none"/>
            <a:tailEnd len="med" w="med" type="none"/>
          </a:ln>
        </p:spPr>
      </p:cxnSp>
      <p:pic>
        <p:nvPicPr>
          <p:cNvPr id="811" name="Google Shape;811;p109" title="Screenshot_2026-03-20_181155-removebg-preview.png"/>
          <p:cNvPicPr preferRelativeResize="0"/>
          <p:nvPr/>
        </p:nvPicPr>
        <p:blipFill>
          <a:blip r:embed="rId4">
            <a:alphaModFix/>
          </a:blip>
          <a:stretch>
            <a:fillRect/>
          </a:stretch>
        </p:blipFill>
        <p:spPr>
          <a:xfrm>
            <a:off x="7651800" y="62875"/>
            <a:ext cx="1416000" cy="10497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815" name="Shape 815"/>
        <p:cNvGrpSpPr/>
        <p:nvPr/>
      </p:nvGrpSpPr>
      <p:grpSpPr>
        <a:xfrm>
          <a:off x="0" y="0"/>
          <a:ext cx="0" cy="0"/>
          <a:chOff x="0" y="0"/>
          <a:chExt cx="0" cy="0"/>
        </a:xfrm>
      </p:grpSpPr>
      <p:sp>
        <p:nvSpPr>
          <p:cNvPr id="816" name="Google Shape;816;p110"/>
          <p:cNvSpPr txBox="1"/>
          <p:nvPr>
            <p:ph type="title"/>
          </p:nvPr>
        </p:nvSpPr>
        <p:spPr>
          <a:xfrm>
            <a:off x="676656" y="292608"/>
            <a:ext cx="7865400" cy="891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solidFill>
                  <a:srgbClr val="AC1C37"/>
                </a:solidFill>
                <a:latin typeface="Georgia"/>
                <a:ea typeface="Georgia"/>
                <a:cs typeface="Georgia"/>
                <a:sym typeface="Georgia"/>
              </a:rPr>
              <a:t>Conclusion</a:t>
            </a:r>
            <a:endParaRPr sz="4800">
              <a:solidFill>
                <a:srgbClr val="AC1C37"/>
              </a:solidFill>
              <a:latin typeface="Georgia"/>
              <a:ea typeface="Georgia"/>
              <a:cs typeface="Georgia"/>
              <a:sym typeface="Georgia"/>
            </a:endParaRPr>
          </a:p>
        </p:txBody>
      </p:sp>
      <p:pic>
        <p:nvPicPr>
          <p:cNvPr id="817" name="Google Shape;817;p110"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sp>
        <p:nvSpPr>
          <p:cNvPr id="818" name="Google Shape;818;p110"/>
          <p:cNvSpPr txBox="1"/>
          <p:nvPr>
            <p:ph idx="4294967295" type="body"/>
          </p:nvPr>
        </p:nvSpPr>
        <p:spPr>
          <a:xfrm>
            <a:off x="786375" y="1289300"/>
            <a:ext cx="8048100" cy="36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AC1C37"/>
                </a:solidFill>
                <a:latin typeface="Georgia"/>
                <a:ea typeface="Georgia"/>
                <a:cs typeface="Georgia"/>
                <a:sym typeface="Georgia"/>
              </a:rPr>
              <a:t>1: Completion Rate</a:t>
            </a:r>
            <a:endParaRPr b="1" sz="1200">
              <a:solidFill>
                <a:srgbClr val="AC1C37"/>
              </a:solidFill>
              <a:latin typeface="Georgia"/>
              <a:ea typeface="Georgia"/>
              <a:cs typeface="Georgia"/>
              <a:sym typeface="Georgia"/>
            </a:endParaRPr>
          </a:p>
          <a:p>
            <a:pPr indent="0" lvl="0" marL="0" rtl="0" algn="l">
              <a:spcBef>
                <a:spcPts val="0"/>
              </a:spcBef>
              <a:spcAft>
                <a:spcPts val="0"/>
              </a:spcAft>
              <a:buNone/>
            </a:pPr>
            <a:r>
              <a:rPr b="1" lang="en" sz="1200">
                <a:solidFill>
                  <a:srgbClr val="AC1C37"/>
                </a:solidFill>
                <a:latin typeface="Georgia"/>
                <a:ea typeface="Georgia"/>
                <a:cs typeface="Georgia"/>
                <a:sym typeface="Georgia"/>
              </a:rPr>
              <a:t>H₀: </a:t>
            </a:r>
            <a:r>
              <a:rPr lang="en" sz="1200">
                <a:latin typeface="Georgia"/>
                <a:ea typeface="Georgia"/>
                <a:cs typeface="Georgia"/>
                <a:sym typeface="Georgia"/>
              </a:rPr>
              <a:t>The new design does not increase the completion rate compared to the old design. The completion rate in the Test group is less than or equal to the completion rate in the Control group.</a:t>
            </a:r>
            <a:endParaRPr b="1" sz="1300">
              <a:solidFill>
                <a:srgbClr val="AC1C37"/>
              </a:solidFill>
              <a:latin typeface="Georgia"/>
              <a:ea typeface="Georgia"/>
              <a:cs typeface="Georgia"/>
              <a:sym typeface="Georgia"/>
            </a:endParaRPr>
          </a:p>
          <a:p>
            <a:pPr indent="0" lvl="0" marL="0" rtl="0" algn="l">
              <a:spcBef>
                <a:spcPts val="0"/>
              </a:spcBef>
              <a:spcAft>
                <a:spcPts val="0"/>
              </a:spcAft>
              <a:buNone/>
            </a:pPr>
            <a:r>
              <a:t/>
            </a:r>
            <a:endParaRPr b="1" sz="1300">
              <a:solidFill>
                <a:srgbClr val="AC1C37"/>
              </a:solidFill>
              <a:latin typeface="Georgia"/>
              <a:ea typeface="Georgia"/>
              <a:cs typeface="Georgia"/>
              <a:sym typeface="Georgia"/>
            </a:endParaRPr>
          </a:p>
          <a:p>
            <a:pPr indent="0" lvl="0" marL="0" rtl="0" algn="l">
              <a:spcBef>
                <a:spcPts val="0"/>
              </a:spcBef>
              <a:spcAft>
                <a:spcPts val="0"/>
              </a:spcAft>
              <a:buNone/>
            </a:pPr>
            <a:r>
              <a:rPr lang="en" sz="1200">
                <a:latin typeface="Georgia"/>
                <a:ea typeface="Georgia"/>
                <a:cs typeface="Georgia"/>
                <a:sym typeface="Georgia"/>
              </a:rPr>
              <a:t>We </a:t>
            </a:r>
            <a:r>
              <a:rPr b="1" lang="en" sz="1200">
                <a:latin typeface="Georgia"/>
                <a:ea typeface="Georgia"/>
                <a:cs typeface="Georgia"/>
                <a:sym typeface="Georgia"/>
              </a:rPr>
              <a:t>reject</a:t>
            </a:r>
            <a:r>
              <a:rPr lang="en" sz="1200">
                <a:latin typeface="Georgia"/>
                <a:ea typeface="Georgia"/>
                <a:cs typeface="Georgia"/>
                <a:sym typeface="Georgia"/>
              </a:rPr>
              <a:t> the </a:t>
            </a:r>
            <a:r>
              <a:rPr lang="en" sz="1200">
                <a:latin typeface="Georgia"/>
                <a:ea typeface="Georgia"/>
                <a:cs typeface="Georgia"/>
                <a:sym typeface="Georgia"/>
              </a:rPr>
              <a:t>H₀ as the completion rate improves significantly with the new UI</a:t>
            </a:r>
            <a:endParaRPr sz="1200">
              <a:latin typeface="Georgia"/>
              <a:ea typeface="Georgia"/>
              <a:cs typeface="Georgia"/>
              <a:sym typeface="Georgia"/>
            </a:endParaRPr>
          </a:p>
          <a:p>
            <a:pPr indent="0" lvl="0" marL="0" rtl="0" algn="l">
              <a:spcBef>
                <a:spcPts val="0"/>
              </a:spcBef>
              <a:spcAft>
                <a:spcPts val="0"/>
              </a:spcAft>
              <a:buNone/>
            </a:pPr>
            <a:r>
              <a:t/>
            </a:r>
            <a:endParaRPr b="1" sz="1300">
              <a:solidFill>
                <a:srgbClr val="AC1C37"/>
              </a:solidFill>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rPr b="1" lang="en" sz="1300">
                <a:solidFill>
                  <a:srgbClr val="AC1C37"/>
                </a:solidFill>
                <a:latin typeface="Georgia"/>
                <a:ea typeface="Georgia"/>
                <a:cs typeface="Georgia"/>
                <a:sym typeface="Georgia"/>
              </a:rPr>
              <a:t>2: Completion Rate with a Cost-Effectiveness Threshold</a:t>
            </a:r>
            <a:endParaRPr b="1" sz="1300">
              <a:solidFill>
                <a:srgbClr val="AC1C37"/>
              </a:solidFill>
              <a:latin typeface="Georgia"/>
              <a:ea typeface="Georgia"/>
              <a:cs typeface="Georgia"/>
              <a:sym typeface="Georgia"/>
            </a:endParaRPr>
          </a:p>
          <a:p>
            <a:pPr indent="0" lvl="0" marL="0" rtl="0" algn="l">
              <a:spcBef>
                <a:spcPts val="0"/>
              </a:spcBef>
              <a:spcAft>
                <a:spcPts val="0"/>
              </a:spcAft>
              <a:buNone/>
            </a:pPr>
            <a:r>
              <a:rPr b="1" lang="en" sz="1200">
                <a:solidFill>
                  <a:srgbClr val="AC1C37"/>
                </a:solidFill>
                <a:latin typeface="Georgia"/>
                <a:ea typeface="Georgia"/>
                <a:cs typeface="Georgia"/>
                <a:sym typeface="Georgia"/>
              </a:rPr>
              <a:t>H₀:</a:t>
            </a:r>
            <a:r>
              <a:rPr lang="en" sz="1200">
                <a:latin typeface="Georgia"/>
                <a:ea typeface="Georgia"/>
                <a:cs typeface="Georgia"/>
                <a:sym typeface="Georgia"/>
              </a:rPr>
              <a:t> The new process design does not achieve the minimum required increase in completion rate. The difference in completion rate between the test group and the control group is less than 5%, meaning the new design is not cost-effective</a:t>
            </a:r>
            <a:endParaRPr sz="1200">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t/>
            </a:r>
            <a:endParaRPr sz="1200">
              <a:latin typeface="Georgia"/>
              <a:ea typeface="Georgia"/>
              <a:cs typeface="Georgia"/>
              <a:sym typeface="Georgia"/>
            </a:endParaRPr>
          </a:p>
          <a:p>
            <a:pPr indent="0" lvl="0" marL="0" rtl="0" algn="l">
              <a:lnSpc>
                <a:spcPct val="135714"/>
              </a:lnSpc>
              <a:spcBef>
                <a:spcPts val="0"/>
              </a:spcBef>
              <a:spcAft>
                <a:spcPts val="0"/>
              </a:spcAft>
              <a:buNone/>
            </a:pPr>
            <a:r>
              <a:rPr lang="en" sz="1200">
                <a:latin typeface="Georgia"/>
                <a:ea typeface="Georgia"/>
                <a:cs typeface="Georgia"/>
                <a:sym typeface="Georgia"/>
              </a:rPr>
              <a:t>We </a:t>
            </a:r>
            <a:r>
              <a:rPr b="1" lang="en" sz="1200">
                <a:latin typeface="Georgia"/>
                <a:ea typeface="Georgia"/>
                <a:cs typeface="Georgia"/>
                <a:sym typeface="Georgia"/>
              </a:rPr>
              <a:t>reject</a:t>
            </a:r>
            <a:r>
              <a:rPr lang="en" sz="1200">
                <a:latin typeface="Georgia"/>
                <a:ea typeface="Georgia"/>
                <a:cs typeface="Georgia"/>
                <a:sym typeface="Georgia"/>
              </a:rPr>
              <a:t> the </a:t>
            </a:r>
            <a:r>
              <a:rPr lang="en" sz="1200">
                <a:latin typeface="Georgia"/>
                <a:ea typeface="Georgia"/>
                <a:cs typeface="Georgia"/>
                <a:sym typeface="Georgia"/>
              </a:rPr>
              <a:t>H₀ as the new UI design meets the requirements of a minimum 5% relative lift to be cost-effective.</a:t>
            </a:r>
            <a:endParaRPr sz="1200">
              <a:latin typeface="Georgia"/>
              <a:ea typeface="Georgia"/>
              <a:cs typeface="Georgia"/>
              <a:sym typeface="Georgia"/>
            </a:endParaRPr>
          </a:p>
          <a:p>
            <a:pPr indent="0" lvl="0" marL="0" rtl="0" algn="l">
              <a:lnSpc>
                <a:spcPct val="135714"/>
              </a:lnSpc>
              <a:spcBef>
                <a:spcPts val="0"/>
              </a:spcBef>
              <a:spcAft>
                <a:spcPts val="0"/>
              </a:spcAft>
              <a:buNone/>
            </a:pPr>
            <a:r>
              <a:t/>
            </a:r>
            <a:endParaRPr sz="1200">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rPr b="1" lang="en" sz="1300">
                <a:solidFill>
                  <a:srgbClr val="AC1C37"/>
                </a:solidFill>
                <a:latin typeface="Georgia"/>
                <a:ea typeface="Georgia"/>
                <a:cs typeface="Georgia"/>
                <a:sym typeface="Georgia"/>
              </a:rPr>
              <a:t>3: Completion Rate according to tenure years</a:t>
            </a:r>
            <a:endParaRPr b="1" sz="1300">
              <a:solidFill>
                <a:srgbClr val="AC1C37"/>
              </a:solidFill>
              <a:latin typeface="Georgia"/>
              <a:ea typeface="Georgia"/>
              <a:cs typeface="Georgia"/>
              <a:sym typeface="Georgia"/>
            </a:endParaRPr>
          </a:p>
          <a:p>
            <a:pPr indent="0" lvl="0" marL="0" rtl="0" algn="l">
              <a:lnSpc>
                <a:spcPct val="135714"/>
              </a:lnSpc>
              <a:spcBef>
                <a:spcPts val="0"/>
              </a:spcBef>
              <a:spcAft>
                <a:spcPts val="0"/>
              </a:spcAft>
              <a:buClr>
                <a:schemeClr val="lt1"/>
              </a:buClr>
              <a:buSzPts val="1100"/>
              <a:buFont typeface="Arial"/>
              <a:buNone/>
            </a:pPr>
            <a:r>
              <a:rPr b="1" lang="en" sz="1200">
                <a:solidFill>
                  <a:srgbClr val="AC1C37"/>
                </a:solidFill>
                <a:latin typeface="Georgia"/>
                <a:ea typeface="Georgia"/>
                <a:cs typeface="Georgia"/>
                <a:sym typeface="Georgia"/>
              </a:rPr>
              <a:t>H₀: </a:t>
            </a:r>
            <a:r>
              <a:rPr lang="en" sz="1200">
                <a:latin typeface="Georgia"/>
                <a:ea typeface="Georgia"/>
                <a:cs typeface="Georgia"/>
                <a:sym typeface="Georgia"/>
              </a:rPr>
              <a:t>The completion rate of the new process does not differ significantly from the old process across tenure groups</a:t>
            </a:r>
            <a:endParaRPr>
              <a:latin typeface="Georgia"/>
              <a:ea typeface="Georgia"/>
              <a:cs typeface="Georgia"/>
              <a:sym typeface="Georgia"/>
            </a:endParaRPr>
          </a:p>
          <a:p>
            <a:pPr indent="0" lvl="0" marL="0" rtl="0" algn="l">
              <a:spcBef>
                <a:spcPts val="0"/>
              </a:spcBef>
              <a:spcAft>
                <a:spcPts val="0"/>
              </a:spcAft>
              <a:buNone/>
            </a:pPr>
            <a:r>
              <a:rPr lang="en" sz="1200">
                <a:latin typeface="Georgia"/>
                <a:ea typeface="Georgia"/>
                <a:cs typeface="Georgia"/>
                <a:sym typeface="Georgia"/>
              </a:rPr>
              <a:t>We </a:t>
            </a:r>
            <a:r>
              <a:rPr b="1" lang="en" sz="1200">
                <a:latin typeface="Georgia"/>
                <a:ea typeface="Georgia"/>
                <a:cs typeface="Georgia"/>
                <a:sym typeface="Georgia"/>
              </a:rPr>
              <a:t>reject</a:t>
            </a:r>
            <a:r>
              <a:rPr lang="en" sz="1200">
                <a:latin typeface="Georgia"/>
                <a:ea typeface="Georgia"/>
                <a:cs typeface="Georgia"/>
                <a:sym typeface="Georgia"/>
              </a:rPr>
              <a:t> the</a:t>
            </a:r>
            <a:r>
              <a:rPr lang="en">
                <a:latin typeface="Georgia"/>
                <a:ea typeface="Georgia"/>
                <a:cs typeface="Georgia"/>
                <a:sym typeface="Georgia"/>
              </a:rPr>
              <a:t> </a:t>
            </a:r>
            <a:r>
              <a:rPr lang="en" sz="1200">
                <a:latin typeface="Georgia"/>
                <a:ea typeface="Georgia"/>
                <a:cs typeface="Georgia"/>
                <a:sym typeface="Georgia"/>
              </a:rPr>
              <a:t>H₀ as the completion rate per tenure group improves significantly with the new UI.</a:t>
            </a:r>
            <a:endParaRPr>
              <a:latin typeface="Georgia"/>
              <a:ea typeface="Georgia"/>
              <a:cs typeface="Georgia"/>
              <a:sym typeface="Georgia"/>
            </a:endParaRPr>
          </a:p>
        </p:txBody>
      </p:sp>
      <p:cxnSp>
        <p:nvCxnSpPr>
          <p:cNvPr id="819" name="Google Shape;819;p110"/>
          <p:cNvCxnSpPr/>
          <p:nvPr/>
        </p:nvCxnSpPr>
        <p:spPr>
          <a:xfrm>
            <a:off x="786384" y="1207008"/>
            <a:ext cx="6508500" cy="0"/>
          </a:xfrm>
          <a:prstGeom prst="straightConnector1">
            <a:avLst/>
          </a:prstGeom>
          <a:noFill/>
          <a:ln cap="flat" cmpd="sng" w="19050">
            <a:solidFill>
              <a:schemeClr val="accent2"/>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23" name="Shape 823"/>
        <p:cNvGrpSpPr/>
        <p:nvPr/>
      </p:nvGrpSpPr>
      <p:grpSpPr>
        <a:xfrm>
          <a:off x="0" y="0"/>
          <a:ext cx="0" cy="0"/>
          <a:chOff x="0" y="0"/>
          <a:chExt cx="0" cy="0"/>
        </a:xfrm>
      </p:grpSpPr>
      <p:sp>
        <p:nvSpPr>
          <p:cNvPr id="824" name="Google Shape;824;p111"/>
          <p:cNvSpPr txBox="1"/>
          <p:nvPr>
            <p:ph type="title"/>
          </p:nvPr>
        </p:nvSpPr>
        <p:spPr>
          <a:xfrm>
            <a:off x="676656" y="292608"/>
            <a:ext cx="7883400" cy="96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500">
                <a:solidFill>
                  <a:srgbClr val="AC1C37"/>
                </a:solidFill>
                <a:latin typeface="Georgia"/>
                <a:ea typeface="Georgia"/>
                <a:cs typeface="Georgia"/>
                <a:sym typeface="Georgia"/>
              </a:rPr>
              <a:t>Business</a:t>
            </a:r>
            <a:r>
              <a:rPr lang="en" sz="4500">
                <a:solidFill>
                  <a:srgbClr val="AC1C37"/>
                </a:solidFill>
                <a:latin typeface="Georgia"/>
                <a:ea typeface="Georgia"/>
                <a:cs typeface="Georgia"/>
                <a:sym typeface="Georgia"/>
              </a:rPr>
              <a:t> Recommendation</a:t>
            </a:r>
            <a:endParaRPr sz="4500">
              <a:solidFill>
                <a:srgbClr val="AC1C37"/>
              </a:solidFill>
              <a:latin typeface="Georgia"/>
              <a:ea typeface="Georgia"/>
              <a:cs typeface="Georgia"/>
              <a:sym typeface="Georgia"/>
            </a:endParaRPr>
          </a:p>
        </p:txBody>
      </p:sp>
      <p:pic>
        <p:nvPicPr>
          <p:cNvPr id="825" name="Google Shape;825;p111" title="Screenshot_2026-03-20_181155-removebg-preview.png"/>
          <p:cNvPicPr preferRelativeResize="0"/>
          <p:nvPr/>
        </p:nvPicPr>
        <p:blipFill>
          <a:blip r:embed="rId3">
            <a:alphaModFix/>
          </a:blip>
          <a:stretch>
            <a:fillRect/>
          </a:stretch>
        </p:blipFill>
        <p:spPr>
          <a:xfrm>
            <a:off x="7651800" y="62875"/>
            <a:ext cx="1416000" cy="1049791"/>
          </a:xfrm>
          <a:prstGeom prst="rect">
            <a:avLst/>
          </a:prstGeom>
          <a:noFill/>
          <a:ln>
            <a:noFill/>
          </a:ln>
        </p:spPr>
      </p:pic>
      <p:sp>
        <p:nvSpPr>
          <p:cNvPr id="826" name="Google Shape;826;p111"/>
          <p:cNvSpPr txBox="1"/>
          <p:nvPr>
            <p:ph idx="4294967295" type="body"/>
          </p:nvPr>
        </p:nvSpPr>
        <p:spPr>
          <a:xfrm>
            <a:off x="786375" y="1289300"/>
            <a:ext cx="7315800" cy="3802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Font typeface="Arial"/>
              <a:buNone/>
            </a:pPr>
            <a:r>
              <a:rPr lang="en">
                <a:latin typeface="Georgia"/>
                <a:ea typeface="Georgia"/>
                <a:cs typeface="Georgia"/>
                <a:sym typeface="Georgia"/>
              </a:rPr>
              <a:t>The new UI shows promise and already meets the 5% cost-effectiveness threshold (observed improvement: 5.65% relative lift). We recommend full implementation at this stage.</a:t>
            </a:r>
            <a:endParaRPr>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t/>
            </a:r>
            <a:endParaRPr sz="1200">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rPr lang="en">
                <a:latin typeface="Georgia"/>
                <a:ea typeface="Georgia"/>
                <a:cs typeface="Georgia"/>
                <a:sym typeface="Georgia"/>
              </a:rPr>
              <a:t>Key actions to improve the new UI:</a:t>
            </a:r>
            <a:endParaRPr>
              <a:latin typeface="Georgia"/>
              <a:ea typeface="Georgia"/>
              <a:cs typeface="Georgia"/>
              <a:sym typeface="Georgia"/>
            </a:endParaRPr>
          </a:p>
          <a:p>
            <a:pPr indent="-298450" lvl="0" marL="457200" rtl="0" algn="l">
              <a:spcBef>
                <a:spcPts val="0"/>
              </a:spcBef>
              <a:spcAft>
                <a:spcPts val="0"/>
              </a:spcAft>
              <a:buSzPts val="1100"/>
              <a:buFont typeface="Georgia"/>
              <a:buChar char="●"/>
            </a:pPr>
            <a:r>
              <a:rPr lang="en">
                <a:latin typeface="Georgia"/>
                <a:ea typeface="Georgia"/>
                <a:cs typeface="Georgia"/>
                <a:sym typeface="Georgia"/>
              </a:rPr>
              <a:t>Investigate and reduce process drop-offs</a:t>
            </a:r>
            <a:endParaRPr>
              <a:latin typeface="Georgia"/>
              <a:ea typeface="Georgia"/>
              <a:cs typeface="Georgia"/>
              <a:sym typeface="Georgia"/>
            </a:endParaRPr>
          </a:p>
          <a:p>
            <a:pPr indent="-298450" lvl="0" marL="457200" rtl="0" algn="l">
              <a:spcBef>
                <a:spcPts val="0"/>
              </a:spcBef>
              <a:spcAft>
                <a:spcPts val="0"/>
              </a:spcAft>
              <a:buSzPts val="1100"/>
              <a:buFont typeface="Georgia"/>
              <a:buChar char="●"/>
            </a:pPr>
            <a:r>
              <a:rPr lang="en">
                <a:latin typeface="Georgia"/>
                <a:ea typeface="Georgia"/>
                <a:cs typeface="Georgia"/>
                <a:sym typeface="Georgia"/>
              </a:rPr>
              <a:t>Resolve process integrity errors </a:t>
            </a:r>
            <a:endParaRPr>
              <a:latin typeface="Georgia"/>
              <a:ea typeface="Georgia"/>
              <a:cs typeface="Georgia"/>
              <a:sym typeface="Georgia"/>
            </a:endParaRPr>
          </a:p>
          <a:p>
            <a:pPr indent="-298450" lvl="0" marL="457200" rtl="0" algn="l">
              <a:spcBef>
                <a:spcPts val="0"/>
              </a:spcBef>
              <a:spcAft>
                <a:spcPts val="0"/>
              </a:spcAft>
              <a:buSzPts val="1100"/>
              <a:buFont typeface="Georgia"/>
              <a:buChar char="●"/>
            </a:pPr>
            <a:r>
              <a:rPr lang="en">
                <a:latin typeface="Georgia"/>
                <a:ea typeface="Georgia"/>
                <a:cs typeface="Georgia"/>
                <a:sym typeface="Georgia"/>
              </a:rPr>
              <a:t>Analyze why a significant number of clients spend between 5 and 8.3 minutes per step, and identify opportunities to streamline and simplify these steps</a:t>
            </a:r>
            <a:endParaRPr>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t/>
            </a:r>
            <a:endParaRPr sz="1200">
              <a:latin typeface="Georgia"/>
              <a:ea typeface="Georgia"/>
              <a:cs typeface="Georgia"/>
              <a:sym typeface="Georgia"/>
            </a:endParaRPr>
          </a:p>
          <a:p>
            <a:pPr indent="0" lvl="0" marL="0" rtl="0" algn="l">
              <a:spcBef>
                <a:spcPts val="0"/>
              </a:spcBef>
              <a:spcAft>
                <a:spcPts val="0"/>
              </a:spcAft>
              <a:buClr>
                <a:schemeClr val="lt1"/>
              </a:buClr>
              <a:buSzPts val="1100"/>
              <a:buFont typeface="Arial"/>
              <a:buNone/>
            </a:pPr>
            <a:r>
              <a:rPr lang="en">
                <a:latin typeface="Georgia"/>
                <a:ea typeface="Georgia"/>
                <a:cs typeface="Georgia"/>
                <a:sym typeface="Georgia"/>
              </a:rPr>
              <a:t>We are confident that addressing these issues will push completion rates even more.</a:t>
            </a:r>
            <a:endParaRPr>
              <a:latin typeface="Georgia"/>
              <a:ea typeface="Georgia"/>
              <a:cs typeface="Georgia"/>
              <a:sym typeface="Georgia"/>
            </a:endParaRPr>
          </a:p>
        </p:txBody>
      </p:sp>
      <p:cxnSp>
        <p:nvCxnSpPr>
          <p:cNvPr id="827" name="Google Shape;827;p111"/>
          <p:cNvCxnSpPr/>
          <p:nvPr/>
        </p:nvCxnSpPr>
        <p:spPr>
          <a:xfrm>
            <a:off x="786384" y="1207008"/>
            <a:ext cx="6508500" cy="0"/>
          </a:xfrm>
          <a:prstGeom prst="straightConnector1">
            <a:avLst/>
          </a:prstGeom>
          <a:noFill/>
          <a:ln cap="flat" cmpd="sng" w="19050">
            <a:solidFill>
              <a:schemeClr val="accent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Product Roadmap">
  <a:themeElements>
    <a:clrScheme name="Simple Light">
      <a:dk1>
        <a:srgbClr val="D32600"/>
      </a:dk1>
      <a:lt1>
        <a:srgbClr val="000000"/>
      </a:lt1>
      <a:dk2>
        <a:srgbClr val="FFFFFF"/>
      </a:dk2>
      <a:lt2>
        <a:srgbClr val="E57360"/>
      </a:lt2>
      <a:accent1>
        <a:srgbClr val="666666"/>
      </a:accent1>
      <a:accent2>
        <a:srgbClr val="B7B7B7"/>
      </a:accent2>
      <a:accent3>
        <a:srgbClr val="EFEFEF"/>
      </a:accent3>
      <a:accent4>
        <a:srgbClr val="F9EDE5"/>
      </a:accent4>
      <a:accent5>
        <a:srgbClr val="F3F3F3"/>
      </a:accent5>
      <a:accent6>
        <a:srgbClr val="F7F7F7"/>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sson 1">
  <a:themeElements>
    <a:clrScheme name="Simple Light">
      <a:dk1>
        <a:srgbClr val="137C3F"/>
      </a:dk1>
      <a:lt1>
        <a:srgbClr val="FFFCF5"/>
      </a:lt1>
      <a:dk2>
        <a:srgbClr val="146AEB"/>
      </a:dk2>
      <a:lt2>
        <a:srgbClr val="FBA084"/>
      </a:lt2>
      <a:accent1>
        <a:srgbClr val="000000"/>
      </a:accent1>
      <a:accent2>
        <a:srgbClr val="FFFFB3"/>
      </a:accent2>
      <a:accent3>
        <a:srgbClr val="B6D7A8"/>
      </a:accent3>
      <a:accent4>
        <a:srgbClr val="A4C2F4"/>
      </a:accent4>
      <a:accent5>
        <a:srgbClr val="B6D7A8"/>
      </a:accent5>
      <a:accent6>
        <a:srgbClr val="B4A7D6"/>
      </a:accent6>
      <a:hlink>
        <a:srgbClr val="146A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